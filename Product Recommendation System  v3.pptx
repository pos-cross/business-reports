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7" r:id="rId18"/>
    <p:sldId id="278"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gBwdNlfk55L38jf7R7N5GS3xhI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592B14-1026-4104-8EF3-C03927DEC059}">
  <a:tblStyle styleId="{75592B14-1026-4104-8EF3-C03927DEC059}" styleName="Table_0">
    <a:wholeTbl>
      <a:tcTxStyle b="off" i="off">
        <a:font>
          <a:latin typeface="Calibri"/>
          <a:ea typeface="Calibri"/>
          <a:cs typeface="Calibri"/>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74730-400F-43E0-A280-1AF06BA0719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1CE048B7-DFF7-4A02-B670-C9A02BAB9F74}">
      <dgm:prSet/>
      <dgm:spPr/>
      <dgm:t>
        <a:bodyPr/>
        <a:lstStyle/>
        <a:p>
          <a:r>
            <a:rPr lang="en-US"/>
            <a:t>Enhance the competitive position and increasing the market share.</a:t>
          </a:r>
        </a:p>
      </dgm:t>
    </dgm:pt>
    <dgm:pt modelId="{7EDE738A-1725-42C6-A1A3-8537AABCC8F4}" type="parTrans" cxnId="{808C8EC4-588F-496E-A471-671A234117CA}">
      <dgm:prSet/>
      <dgm:spPr/>
      <dgm:t>
        <a:bodyPr/>
        <a:lstStyle/>
        <a:p>
          <a:endParaRPr lang="en-US"/>
        </a:p>
      </dgm:t>
    </dgm:pt>
    <dgm:pt modelId="{D890DBE0-0F79-409B-A03E-75B4C3CE6B6A}" type="sibTrans" cxnId="{808C8EC4-588F-496E-A471-671A234117CA}">
      <dgm:prSet/>
      <dgm:spPr/>
      <dgm:t>
        <a:bodyPr/>
        <a:lstStyle/>
        <a:p>
          <a:endParaRPr lang="en-US"/>
        </a:p>
      </dgm:t>
    </dgm:pt>
    <dgm:pt modelId="{5249435C-C720-4605-9D65-E60561BA7C34}">
      <dgm:prSet/>
      <dgm:spPr/>
      <dgm:t>
        <a:bodyPr/>
        <a:lstStyle/>
        <a:p>
          <a:r>
            <a:rPr lang="en-US"/>
            <a:t>Increase the efficiency of cross-selling offers. </a:t>
          </a:r>
        </a:p>
      </dgm:t>
    </dgm:pt>
    <dgm:pt modelId="{F9626F4D-DAC7-43B4-93B4-BF3F0CE83949}" type="parTrans" cxnId="{F709F21B-0111-44B0-B91E-A18EFAB2C530}">
      <dgm:prSet/>
      <dgm:spPr/>
      <dgm:t>
        <a:bodyPr/>
        <a:lstStyle/>
        <a:p>
          <a:endParaRPr lang="en-US"/>
        </a:p>
      </dgm:t>
    </dgm:pt>
    <dgm:pt modelId="{2D5F6F6B-CEE6-463F-BC7A-3B2C6AB2BAD4}" type="sibTrans" cxnId="{F709F21B-0111-44B0-B91E-A18EFAB2C530}">
      <dgm:prSet/>
      <dgm:spPr/>
      <dgm:t>
        <a:bodyPr/>
        <a:lstStyle/>
        <a:p>
          <a:endParaRPr lang="en-US"/>
        </a:p>
      </dgm:t>
    </dgm:pt>
    <dgm:pt modelId="{0226CD60-DA7D-4285-BAF6-ADD2AED00481}">
      <dgm:prSet/>
      <dgm:spPr/>
      <dgm:t>
        <a:bodyPr/>
        <a:lstStyle/>
        <a:p>
          <a:r>
            <a:rPr lang="en-US" dirty="0"/>
            <a:t>Improve the sales strategy based on customer behavior in buying process.</a:t>
          </a:r>
        </a:p>
      </dgm:t>
    </dgm:pt>
    <dgm:pt modelId="{BFE3028B-7859-440C-A196-5C6E3E6D9572}" type="parTrans" cxnId="{FA94F788-EADD-4A4B-8A79-9D31111F4B0E}">
      <dgm:prSet/>
      <dgm:spPr/>
      <dgm:t>
        <a:bodyPr/>
        <a:lstStyle/>
        <a:p>
          <a:endParaRPr lang="en-US"/>
        </a:p>
      </dgm:t>
    </dgm:pt>
    <dgm:pt modelId="{08311FA1-0CFA-403F-A1A6-379E337F4E5D}" type="sibTrans" cxnId="{FA94F788-EADD-4A4B-8A79-9D31111F4B0E}">
      <dgm:prSet/>
      <dgm:spPr/>
      <dgm:t>
        <a:bodyPr/>
        <a:lstStyle/>
        <a:p>
          <a:endParaRPr lang="en-US"/>
        </a:p>
      </dgm:t>
    </dgm:pt>
    <dgm:pt modelId="{7AB31822-99D0-4660-A646-DAF829C4FA71}">
      <dgm:prSet/>
      <dgm:spPr/>
      <dgm:t>
        <a:bodyPr/>
        <a:lstStyle/>
        <a:p>
          <a:r>
            <a:rPr lang="en-US"/>
            <a:t>Achieving customer satisfaction and maintain customer retention .</a:t>
          </a:r>
        </a:p>
      </dgm:t>
    </dgm:pt>
    <dgm:pt modelId="{6CA808C9-D0C9-45C9-ACBF-C6C9EACDD596}" type="parTrans" cxnId="{6B347331-F78B-470E-A514-3111242419B8}">
      <dgm:prSet/>
      <dgm:spPr/>
      <dgm:t>
        <a:bodyPr/>
        <a:lstStyle/>
        <a:p>
          <a:endParaRPr lang="en-US"/>
        </a:p>
      </dgm:t>
    </dgm:pt>
    <dgm:pt modelId="{58458D74-B380-427B-89D3-2E8CE5269C00}" type="sibTrans" cxnId="{6B347331-F78B-470E-A514-3111242419B8}">
      <dgm:prSet/>
      <dgm:spPr/>
      <dgm:t>
        <a:bodyPr/>
        <a:lstStyle/>
        <a:p>
          <a:endParaRPr lang="en-US"/>
        </a:p>
      </dgm:t>
    </dgm:pt>
    <dgm:pt modelId="{8E3A41FE-3B22-497D-AF72-5901E9F4AD0C}" type="pres">
      <dgm:prSet presAssocID="{8BB74730-400F-43E0-A280-1AF06BA07191}" presName="vert0" presStyleCnt="0">
        <dgm:presLayoutVars>
          <dgm:dir/>
          <dgm:animOne val="branch"/>
          <dgm:animLvl val="lvl"/>
        </dgm:presLayoutVars>
      </dgm:prSet>
      <dgm:spPr/>
    </dgm:pt>
    <dgm:pt modelId="{3077742A-F9FA-43AE-8086-E5C788E936FE}" type="pres">
      <dgm:prSet presAssocID="{1CE048B7-DFF7-4A02-B670-C9A02BAB9F74}" presName="thickLine" presStyleLbl="alignNode1" presStyleIdx="0" presStyleCnt="4"/>
      <dgm:spPr/>
    </dgm:pt>
    <dgm:pt modelId="{1E4F23C4-3D5E-405C-B147-39824DF58E0A}" type="pres">
      <dgm:prSet presAssocID="{1CE048B7-DFF7-4A02-B670-C9A02BAB9F74}" presName="horz1" presStyleCnt="0"/>
      <dgm:spPr/>
    </dgm:pt>
    <dgm:pt modelId="{DDFD0AFD-11A1-48B8-A548-D2E260C472CB}" type="pres">
      <dgm:prSet presAssocID="{1CE048B7-DFF7-4A02-B670-C9A02BAB9F74}" presName="tx1" presStyleLbl="revTx" presStyleIdx="0" presStyleCnt="4"/>
      <dgm:spPr/>
    </dgm:pt>
    <dgm:pt modelId="{660E46F4-72A1-49ED-B5A4-A1A0E0BE49D9}" type="pres">
      <dgm:prSet presAssocID="{1CE048B7-DFF7-4A02-B670-C9A02BAB9F74}" presName="vert1" presStyleCnt="0"/>
      <dgm:spPr/>
    </dgm:pt>
    <dgm:pt modelId="{FFB52BC2-263B-401F-987F-F7BE54989EF8}" type="pres">
      <dgm:prSet presAssocID="{5249435C-C720-4605-9D65-E60561BA7C34}" presName="thickLine" presStyleLbl="alignNode1" presStyleIdx="1" presStyleCnt="4"/>
      <dgm:spPr/>
    </dgm:pt>
    <dgm:pt modelId="{9F86721E-D75A-4E82-8648-1D2DA061E5B5}" type="pres">
      <dgm:prSet presAssocID="{5249435C-C720-4605-9D65-E60561BA7C34}" presName="horz1" presStyleCnt="0"/>
      <dgm:spPr/>
    </dgm:pt>
    <dgm:pt modelId="{810739DD-20AF-4314-A5C4-4ABBAF8956EC}" type="pres">
      <dgm:prSet presAssocID="{5249435C-C720-4605-9D65-E60561BA7C34}" presName="tx1" presStyleLbl="revTx" presStyleIdx="1" presStyleCnt="4"/>
      <dgm:spPr/>
    </dgm:pt>
    <dgm:pt modelId="{85C81ED1-CC4D-42E0-B3F0-4BAFD7BA20B2}" type="pres">
      <dgm:prSet presAssocID="{5249435C-C720-4605-9D65-E60561BA7C34}" presName="vert1" presStyleCnt="0"/>
      <dgm:spPr/>
    </dgm:pt>
    <dgm:pt modelId="{D53A550D-AC9C-49CD-BF8C-25667304CFDC}" type="pres">
      <dgm:prSet presAssocID="{0226CD60-DA7D-4285-BAF6-ADD2AED00481}" presName="thickLine" presStyleLbl="alignNode1" presStyleIdx="2" presStyleCnt="4"/>
      <dgm:spPr/>
    </dgm:pt>
    <dgm:pt modelId="{C6D53189-E475-496F-AE88-123C66CE035F}" type="pres">
      <dgm:prSet presAssocID="{0226CD60-DA7D-4285-BAF6-ADD2AED00481}" presName="horz1" presStyleCnt="0"/>
      <dgm:spPr/>
    </dgm:pt>
    <dgm:pt modelId="{CE4BB23C-47DC-49E5-8B69-957ED9B9AFBF}" type="pres">
      <dgm:prSet presAssocID="{0226CD60-DA7D-4285-BAF6-ADD2AED00481}" presName="tx1" presStyleLbl="revTx" presStyleIdx="2" presStyleCnt="4"/>
      <dgm:spPr/>
    </dgm:pt>
    <dgm:pt modelId="{896BACC6-CDB4-4B5D-A24F-D7714E0A8DA8}" type="pres">
      <dgm:prSet presAssocID="{0226CD60-DA7D-4285-BAF6-ADD2AED00481}" presName="vert1" presStyleCnt="0"/>
      <dgm:spPr/>
    </dgm:pt>
    <dgm:pt modelId="{3D81DF34-E947-492C-8AB7-74994B8A93A2}" type="pres">
      <dgm:prSet presAssocID="{7AB31822-99D0-4660-A646-DAF829C4FA71}" presName="thickLine" presStyleLbl="alignNode1" presStyleIdx="3" presStyleCnt="4"/>
      <dgm:spPr/>
    </dgm:pt>
    <dgm:pt modelId="{69D519DA-ADA4-45E0-88A7-7DBB74EA13DC}" type="pres">
      <dgm:prSet presAssocID="{7AB31822-99D0-4660-A646-DAF829C4FA71}" presName="horz1" presStyleCnt="0"/>
      <dgm:spPr/>
    </dgm:pt>
    <dgm:pt modelId="{4E737517-1D30-404F-880E-29A1E2C235B9}" type="pres">
      <dgm:prSet presAssocID="{7AB31822-99D0-4660-A646-DAF829C4FA71}" presName="tx1" presStyleLbl="revTx" presStyleIdx="3" presStyleCnt="4"/>
      <dgm:spPr/>
    </dgm:pt>
    <dgm:pt modelId="{8E932F1F-78F2-43E2-86B1-56275D0CCBAC}" type="pres">
      <dgm:prSet presAssocID="{7AB31822-99D0-4660-A646-DAF829C4FA71}" presName="vert1" presStyleCnt="0"/>
      <dgm:spPr/>
    </dgm:pt>
  </dgm:ptLst>
  <dgm:cxnLst>
    <dgm:cxn modelId="{F709F21B-0111-44B0-B91E-A18EFAB2C530}" srcId="{8BB74730-400F-43E0-A280-1AF06BA07191}" destId="{5249435C-C720-4605-9D65-E60561BA7C34}" srcOrd="1" destOrd="0" parTransId="{F9626F4D-DAC7-43B4-93B4-BF3F0CE83949}" sibTransId="{2D5F6F6B-CEE6-463F-BC7A-3B2C6AB2BAD4}"/>
    <dgm:cxn modelId="{6B347331-F78B-470E-A514-3111242419B8}" srcId="{8BB74730-400F-43E0-A280-1AF06BA07191}" destId="{7AB31822-99D0-4660-A646-DAF829C4FA71}" srcOrd="3" destOrd="0" parTransId="{6CA808C9-D0C9-45C9-ACBF-C6C9EACDD596}" sibTransId="{58458D74-B380-427B-89D3-2E8CE5269C00}"/>
    <dgm:cxn modelId="{FA94F788-EADD-4A4B-8A79-9D31111F4B0E}" srcId="{8BB74730-400F-43E0-A280-1AF06BA07191}" destId="{0226CD60-DA7D-4285-BAF6-ADD2AED00481}" srcOrd="2" destOrd="0" parTransId="{BFE3028B-7859-440C-A196-5C6E3E6D9572}" sibTransId="{08311FA1-0CFA-403F-A1A6-379E337F4E5D}"/>
    <dgm:cxn modelId="{E5AE86A1-B1CB-43A9-8E40-9F9DE14C50A7}" type="presOf" srcId="{8BB74730-400F-43E0-A280-1AF06BA07191}" destId="{8E3A41FE-3B22-497D-AF72-5901E9F4AD0C}" srcOrd="0" destOrd="0" presId="urn:microsoft.com/office/officeart/2008/layout/LinedList"/>
    <dgm:cxn modelId="{F706EBA4-DFC3-4D3B-98C3-E768A5C53247}" type="presOf" srcId="{1CE048B7-DFF7-4A02-B670-C9A02BAB9F74}" destId="{DDFD0AFD-11A1-48B8-A548-D2E260C472CB}" srcOrd="0" destOrd="0" presId="urn:microsoft.com/office/officeart/2008/layout/LinedList"/>
    <dgm:cxn modelId="{808C8EC4-588F-496E-A471-671A234117CA}" srcId="{8BB74730-400F-43E0-A280-1AF06BA07191}" destId="{1CE048B7-DFF7-4A02-B670-C9A02BAB9F74}" srcOrd="0" destOrd="0" parTransId="{7EDE738A-1725-42C6-A1A3-8537AABCC8F4}" sibTransId="{D890DBE0-0F79-409B-A03E-75B4C3CE6B6A}"/>
    <dgm:cxn modelId="{F94CB8C7-EEA1-4246-8237-82694115FD18}" type="presOf" srcId="{5249435C-C720-4605-9D65-E60561BA7C34}" destId="{810739DD-20AF-4314-A5C4-4ABBAF8956EC}" srcOrd="0" destOrd="0" presId="urn:microsoft.com/office/officeart/2008/layout/LinedList"/>
    <dgm:cxn modelId="{BE5EB2ED-9869-4B41-A082-0B57EDA55FB5}" type="presOf" srcId="{7AB31822-99D0-4660-A646-DAF829C4FA71}" destId="{4E737517-1D30-404F-880E-29A1E2C235B9}" srcOrd="0" destOrd="0" presId="urn:microsoft.com/office/officeart/2008/layout/LinedList"/>
    <dgm:cxn modelId="{0CEEA1F9-359C-4283-9F6B-B17EF9BA55CA}" type="presOf" srcId="{0226CD60-DA7D-4285-BAF6-ADD2AED00481}" destId="{CE4BB23C-47DC-49E5-8B69-957ED9B9AFBF}" srcOrd="0" destOrd="0" presId="urn:microsoft.com/office/officeart/2008/layout/LinedList"/>
    <dgm:cxn modelId="{BD27080B-4F1C-4905-B8A6-7BDC3CE6721C}" type="presParOf" srcId="{8E3A41FE-3B22-497D-AF72-5901E9F4AD0C}" destId="{3077742A-F9FA-43AE-8086-E5C788E936FE}" srcOrd="0" destOrd="0" presId="urn:microsoft.com/office/officeart/2008/layout/LinedList"/>
    <dgm:cxn modelId="{6E92070A-7C08-44DE-88C6-CEAE9DAF44AC}" type="presParOf" srcId="{8E3A41FE-3B22-497D-AF72-5901E9F4AD0C}" destId="{1E4F23C4-3D5E-405C-B147-39824DF58E0A}" srcOrd="1" destOrd="0" presId="urn:microsoft.com/office/officeart/2008/layout/LinedList"/>
    <dgm:cxn modelId="{3844B129-9488-4100-9532-0EA411E8BC95}" type="presParOf" srcId="{1E4F23C4-3D5E-405C-B147-39824DF58E0A}" destId="{DDFD0AFD-11A1-48B8-A548-D2E260C472CB}" srcOrd="0" destOrd="0" presId="urn:microsoft.com/office/officeart/2008/layout/LinedList"/>
    <dgm:cxn modelId="{10161261-4FAC-4E94-AA0F-85F5B46EEAE1}" type="presParOf" srcId="{1E4F23C4-3D5E-405C-B147-39824DF58E0A}" destId="{660E46F4-72A1-49ED-B5A4-A1A0E0BE49D9}" srcOrd="1" destOrd="0" presId="urn:microsoft.com/office/officeart/2008/layout/LinedList"/>
    <dgm:cxn modelId="{230AFD8C-6C6A-4BA4-9BE4-A9D6E23CA04A}" type="presParOf" srcId="{8E3A41FE-3B22-497D-AF72-5901E9F4AD0C}" destId="{FFB52BC2-263B-401F-987F-F7BE54989EF8}" srcOrd="2" destOrd="0" presId="urn:microsoft.com/office/officeart/2008/layout/LinedList"/>
    <dgm:cxn modelId="{8F52D98D-1924-4BE4-8E80-EEAC528900AD}" type="presParOf" srcId="{8E3A41FE-3B22-497D-AF72-5901E9F4AD0C}" destId="{9F86721E-D75A-4E82-8648-1D2DA061E5B5}" srcOrd="3" destOrd="0" presId="urn:microsoft.com/office/officeart/2008/layout/LinedList"/>
    <dgm:cxn modelId="{4842375A-0422-45BC-BE22-73331E001385}" type="presParOf" srcId="{9F86721E-D75A-4E82-8648-1D2DA061E5B5}" destId="{810739DD-20AF-4314-A5C4-4ABBAF8956EC}" srcOrd="0" destOrd="0" presId="urn:microsoft.com/office/officeart/2008/layout/LinedList"/>
    <dgm:cxn modelId="{BEE95604-1EBE-4D84-855D-72DA7BBBC73F}" type="presParOf" srcId="{9F86721E-D75A-4E82-8648-1D2DA061E5B5}" destId="{85C81ED1-CC4D-42E0-B3F0-4BAFD7BA20B2}" srcOrd="1" destOrd="0" presId="urn:microsoft.com/office/officeart/2008/layout/LinedList"/>
    <dgm:cxn modelId="{B521EEDF-5389-4A66-BC35-006074B17390}" type="presParOf" srcId="{8E3A41FE-3B22-497D-AF72-5901E9F4AD0C}" destId="{D53A550D-AC9C-49CD-BF8C-25667304CFDC}" srcOrd="4" destOrd="0" presId="urn:microsoft.com/office/officeart/2008/layout/LinedList"/>
    <dgm:cxn modelId="{1C30E143-A65D-4F78-8900-2E84085AA1A2}" type="presParOf" srcId="{8E3A41FE-3B22-497D-AF72-5901E9F4AD0C}" destId="{C6D53189-E475-496F-AE88-123C66CE035F}" srcOrd="5" destOrd="0" presId="urn:microsoft.com/office/officeart/2008/layout/LinedList"/>
    <dgm:cxn modelId="{B4E9D823-973D-4DA5-BDB6-8F8C3C1241FF}" type="presParOf" srcId="{C6D53189-E475-496F-AE88-123C66CE035F}" destId="{CE4BB23C-47DC-49E5-8B69-957ED9B9AFBF}" srcOrd="0" destOrd="0" presId="urn:microsoft.com/office/officeart/2008/layout/LinedList"/>
    <dgm:cxn modelId="{522B87EA-D2C8-4C95-B90A-742E076423C8}" type="presParOf" srcId="{C6D53189-E475-496F-AE88-123C66CE035F}" destId="{896BACC6-CDB4-4B5D-A24F-D7714E0A8DA8}" srcOrd="1" destOrd="0" presId="urn:microsoft.com/office/officeart/2008/layout/LinedList"/>
    <dgm:cxn modelId="{7F6291E0-6896-4210-9C98-411403DECD76}" type="presParOf" srcId="{8E3A41FE-3B22-497D-AF72-5901E9F4AD0C}" destId="{3D81DF34-E947-492C-8AB7-74994B8A93A2}" srcOrd="6" destOrd="0" presId="urn:microsoft.com/office/officeart/2008/layout/LinedList"/>
    <dgm:cxn modelId="{3286E6FE-D64A-4C8C-B883-2E5ABF38AB8D}" type="presParOf" srcId="{8E3A41FE-3B22-497D-AF72-5901E9F4AD0C}" destId="{69D519DA-ADA4-45E0-88A7-7DBB74EA13DC}" srcOrd="7" destOrd="0" presId="urn:microsoft.com/office/officeart/2008/layout/LinedList"/>
    <dgm:cxn modelId="{14AB57D9-C6D9-4FF0-AA22-759DEA851512}" type="presParOf" srcId="{69D519DA-ADA4-45E0-88A7-7DBB74EA13DC}" destId="{4E737517-1D30-404F-880E-29A1E2C235B9}" srcOrd="0" destOrd="0" presId="urn:microsoft.com/office/officeart/2008/layout/LinedList"/>
    <dgm:cxn modelId="{3CF6C93C-2912-4F49-A30E-11455B73354B}" type="presParOf" srcId="{69D519DA-ADA4-45E0-88A7-7DBB74EA13DC}" destId="{8E932F1F-78F2-43E2-86B1-56275D0CCBAC}"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C353B7-6D99-4017-86BD-5C55CCAD28D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76A52FD-3759-405A-96C9-1750FE256582}">
      <dgm:prSet/>
      <dgm:spPr/>
      <dgm:t>
        <a:bodyPr/>
        <a:lstStyle/>
        <a:p>
          <a:pPr>
            <a:lnSpc>
              <a:spcPct val="100000"/>
            </a:lnSpc>
          </a:pPr>
          <a:r>
            <a:rPr lang="en-US" b="0" i="0"/>
            <a:t>The databases and the generated reports are sensitive data and its customers owned .</a:t>
          </a:r>
          <a:endParaRPr lang="en-US"/>
        </a:p>
      </dgm:t>
    </dgm:pt>
    <dgm:pt modelId="{998D2047-E3C6-41AC-B306-ABDCADBFA15B}" type="parTrans" cxnId="{0EF35D2F-EF47-44E0-BFB7-71FE69EE0974}">
      <dgm:prSet/>
      <dgm:spPr/>
      <dgm:t>
        <a:bodyPr/>
        <a:lstStyle/>
        <a:p>
          <a:endParaRPr lang="en-US"/>
        </a:p>
      </dgm:t>
    </dgm:pt>
    <dgm:pt modelId="{99A5D893-3CB6-416A-82A8-12255A90DBE7}" type="sibTrans" cxnId="{0EF35D2F-EF47-44E0-BFB7-71FE69EE0974}">
      <dgm:prSet/>
      <dgm:spPr/>
      <dgm:t>
        <a:bodyPr/>
        <a:lstStyle/>
        <a:p>
          <a:endParaRPr lang="en-US"/>
        </a:p>
      </dgm:t>
    </dgm:pt>
    <dgm:pt modelId="{140CCAD4-2254-4A18-B700-204C4886313F}">
      <dgm:prSet/>
      <dgm:spPr/>
      <dgm:t>
        <a:bodyPr/>
        <a:lstStyle/>
        <a:p>
          <a:pPr>
            <a:lnSpc>
              <a:spcPct val="100000"/>
            </a:lnSpc>
          </a:pPr>
          <a:r>
            <a:rPr lang="en-US" b="0" i="0"/>
            <a:t>No one has the authority to use and share this data, so we have to sign an agreement between the system owner and the customer to preserve his right and go to court in case the data was leaked.</a:t>
          </a:r>
          <a:endParaRPr lang="en-US"/>
        </a:p>
      </dgm:t>
    </dgm:pt>
    <dgm:pt modelId="{7E832DE9-E656-437D-86F4-666918FD58F0}" type="parTrans" cxnId="{1015307C-5790-4FF8-9345-16E1F3967E96}">
      <dgm:prSet/>
      <dgm:spPr/>
      <dgm:t>
        <a:bodyPr/>
        <a:lstStyle/>
        <a:p>
          <a:endParaRPr lang="en-US"/>
        </a:p>
      </dgm:t>
    </dgm:pt>
    <dgm:pt modelId="{C64FE9A7-D863-46AB-B74C-0314F4446948}" type="sibTrans" cxnId="{1015307C-5790-4FF8-9345-16E1F3967E96}">
      <dgm:prSet/>
      <dgm:spPr/>
      <dgm:t>
        <a:bodyPr/>
        <a:lstStyle/>
        <a:p>
          <a:endParaRPr lang="en-US"/>
        </a:p>
      </dgm:t>
    </dgm:pt>
    <dgm:pt modelId="{9263BA5B-262E-4BD4-B23C-56A54A907865}" type="pres">
      <dgm:prSet presAssocID="{E0C353B7-6D99-4017-86BD-5C55CCAD28D9}" presName="root" presStyleCnt="0">
        <dgm:presLayoutVars>
          <dgm:dir/>
          <dgm:resizeHandles val="exact"/>
        </dgm:presLayoutVars>
      </dgm:prSet>
      <dgm:spPr/>
    </dgm:pt>
    <dgm:pt modelId="{A9D09C75-535F-4D34-9738-EACA0D12EBB5}" type="pres">
      <dgm:prSet presAssocID="{676A52FD-3759-405A-96C9-1750FE256582}" presName="compNode" presStyleCnt="0"/>
      <dgm:spPr/>
    </dgm:pt>
    <dgm:pt modelId="{91DD4F1A-01EC-4F63-9838-B7BC99930513}" type="pres">
      <dgm:prSet presAssocID="{676A52FD-3759-405A-96C9-1750FE256582}" presName="bgRect" presStyleLbl="bgShp" presStyleIdx="0" presStyleCnt="2"/>
      <dgm:spPr/>
    </dgm:pt>
    <dgm:pt modelId="{C337CFC5-94DB-4083-97DA-4E7CA95D2B36}" type="pres">
      <dgm:prSet presAssocID="{676A52FD-3759-405A-96C9-1750FE2565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C28A087-0BE3-4D20-A1C3-74798E42E0E2}" type="pres">
      <dgm:prSet presAssocID="{676A52FD-3759-405A-96C9-1750FE256582}" presName="spaceRect" presStyleCnt="0"/>
      <dgm:spPr/>
    </dgm:pt>
    <dgm:pt modelId="{4142A3F1-9ACA-41AF-9BEA-07465D033BC2}" type="pres">
      <dgm:prSet presAssocID="{676A52FD-3759-405A-96C9-1750FE256582}" presName="parTx" presStyleLbl="revTx" presStyleIdx="0" presStyleCnt="2">
        <dgm:presLayoutVars>
          <dgm:chMax val="0"/>
          <dgm:chPref val="0"/>
        </dgm:presLayoutVars>
      </dgm:prSet>
      <dgm:spPr/>
    </dgm:pt>
    <dgm:pt modelId="{EC31521E-898E-4409-A07A-BEF6F9ED5CDE}" type="pres">
      <dgm:prSet presAssocID="{99A5D893-3CB6-416A-82A8-12255A90DBE7}" presName="sibTrans" presStyleCnt="0"/>
      <dgm:spPr/>
    </dgm:pt>
    <dgm:pt modelId="{1E512412-434A-4C59-BF8E-58BFF4FF5E68}" type="pres">
      <dgm:prSet presAssocID="{140CCAD4-2254-4A18-B700-204C4886313F}" presName="compNode" presStyleCnt="0"/>
      <dgm:spPr/>
    </dgm:pt>
    <dgm:pt modelId="{F4401194-AB1E-441C-B4F0-605A4C35F369}" type="pres">
      <dgm:prSet presAssocID="{140CCAD4-2254-4A18-B700-204C4886313F}" presName="bgRect" presStyleLbl="bgShp" presStyleIdx="1" presStyleCnt="2"/>
      <dgm:spPr/>
    </dgm:pt>
    <dgm:pt modelId="{990C727C-3726-4A60-BFCE-34D7FED9078F}" type="pres">
      <dgm:prSet presAssocID="{140CCAD4-2254-4A18-B700-204C4886313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vel"/>
        </a:ext>
      </dgm:extLst>
    </dgm:pt>
    <dgm:pt modelId="{D42F21D3-52F1-49D9-8A8E-499DDE39883D}" type="pres">
      <dgm:prSet presAssocID="{140CCAD4-2254-4A18-B700-204C4886313F}" presName="spaceRect" presStyleCnt="0"/>
      <dgm:spPr/>
    </dgm:pt>
    <dgm:pt modelId="{38D9BF50-7B88-41A2-B00C-1B55311126CD}" type="pres">
      <dgm:prSet presAssocID="{140CCAD4-2254-4A18-B700-204C4886313F}" presName="parTx" presStyleLbl="revTx" presStyleIdx="1" presStyleCnt="2">
        <dgm:presLayoutVars>
          <dgm:chMax val="0"/>
          <dgm:chPref val="0"/>
        </dgm:presLayoutVars>
      </dgm:prSet>
      <dgm:spPr/>
    </dgm:pt>
  </dgm:ptLst>
  <dgm:cxnLst>
    <dgm:cxn modelId="{74597E2D-B757-42D2-9F37-97C498F965E9}" type="presOf" srcId="{676A52FD-3759-405A-96C9-1750FE256582}" destId="{4142A3F1-9ACA-41AF-9BEA-07465D033BC2}" srcOrd="0" destOrd="0" presId="urn:microsoft.com/office/officeart/2018/2/layout/IconVerticalSolidList"/>
    <dgm:cxn modelId="{0EF35D2F-EF47-44E0-BFB7-71FE69EE0974}" srcId="{E0C353B7-6D99-4017-86BD-5C55CCAD28D9}" destId="{676A52FD-3759-405A-96C9-1750FE256582}" srcOrd="0" destOrd="0" parTransId="{998D2047-E3C6-41AC-B306-ABDCADBFA15B}" sibTransId="{99A5D893-3CB6-416A-82A8-12255A90DBE7}"/>
    <dgm:cxn modelId="{4A2B923E-1A9B-4B7F-85F4-84F01055521F}" type="presOf" srcId="{140CCAD4-2254-4A18-B700-204C4886313F}" destId="{38D9BF50-7B88-41A2-B00C-1B55311126CD}" srcOrd="0" destOrd="0" presId="urn:microsoft.com/office/officeart/2018/2/layout/IconVerticalSolidList"/>
    <dgm:cxn modelId="{1015307C-5790-4FF8-9345-16E1F3967E96}" srcId="{E0C353B7-6D99-4017-86BD-5C55CCAD28D9}" destId="{140CCAD4-2254-4A18-B700-204C4886313F}" srcOrd="1" destOrd="0" parTransId="{7E832DE9-E656-437D-86F4-666918FD58F0}" sibTransId="{C64FE9A7-D863-46AB-B74C-0314F4446948}"/>
    <dgm:cxn modelId="{85F54FC9-792B-4C4E-A4C0-44DE1CBD2665}" type="presOf" srcId="{E0C353B7-6D99-4017-86BD-5C55CCAD28D9}" destId="{9263BA5B-262E-4BD4-B23C-56A54A907865}" srcOrd="0" destOrd="0" presId="urn:microsoft.com/office/officeart/2018/2/layout/IconVerticalSolidList"/>
    <dgm:cxn modelId="{66363DEC-3630-4CA8-9360-AAEA9010ACD4}" type="presParOf" srcId="{9263BA5B-262E-4BD4-B23C-56A54A907865}" destId="{A9D09C75-535F-4D34-9738-EACA0D12EBB5}" srcOrd="0" destOrd="0" presId="urn:microsoft.com/office/officeart/2018/2/layout/IconVerticalSolidList"/>
    <dgm:cxn modelId="{EB2152E1-D795-42B8-82E8-25822741FB11}" type="presParOf" srcId="{A9D09C75-535F-4D34-9738-EACA0D12EBB5}" destId="{91DD4F1A-01EC-4F63-9838-B7BC99930513}" srcOrd="0" destOrd="0" presId="urn:microsoft.com/office/officeart/2018/2/layout/IconVerticalSolidList"/>
    <dgm:cxn modelId="{31FD47B5-503A-4E74-9FA1-4531A27354A3}" type="presParOf" srcId="{A9D09C75-535F-4D34-9738-EACA0D12EBB5}" destId="{C337CFC5-94DB-4083-97DA-4E7CA95D2B36}" srcOrd="1" destOrd="0" presId="urn:microsoft.com/office/officeart/2018/2/layout/IconVerticalSolidList"/>
    <dgm:cxn modelId="{5F76A7ED-458C-46DC-BD55-4B0ABC9FDED6}" type="presParOf" srcId="{A9D09C75-535F-4D34-9738-EACA0D12EBB5}" destId="{BC28A087-0BE3-4D20-A1C3-74798E42E0E2}" srcOrd="2" destOrd="0" presId="urn:microsoft.com/office/officeart/2018/2/layout/IconVerticalSolidList"/>
    <dgm:cxn modelId="{16A55062-7111-482A-AC88-0CC16D2E0716}" type="presParOf" srcId="{A9D09C75-535F-4D34-9738-EACA0D12EBB5}" destId="{4142A3F1-9ACA-41AF-9BEA-07465D033BC2}" srcOrd="3" destOrd="0" presId="urn:microsoft.com/office/officeart/2018/2/layout/IconVerticalSolidList"/>
    <dgm:cxn modelId="{FB31AC43-C319-4298-AFCE-B4CC36503F95}" type="presParOf" srcId="{9263BA5B-262E-4BD4-B23C-56A54A907865}" destId="{EC31521E-898E-4409-A07A-BEF6F9ED5CDE}" srcOrd="1" destOrd="0" presId="urn:microsoft.com/office/officeart/2018/2/layout/IconVerticalSolidList"/>
    <dgm:cxn modelId="{3B4372C1-B10E-4ECA-BD9D-966FA22ABB0E}" type="presParOf" srcId="{9263BA5B-262E-4BD4-B23C-56A54A907865}" destId="{1E512412-434A-4C59-BF8E-58BFF4FF5E68}" srcOrd="2" destOrd="0" presId="urn:microsoft.com/office/officeart/2018/2/layout/IconVerticalSolidList"/>
    <dgm:cxn modelId="{DC54B1E2-5CAE-4268-BB6D-D8F969EB803B}" type="presParOf" srcId="{1E512412-434A-4C59-BF8E-58BFF4FF5E68}" destId="{F4401194-AB1E-441C-B4F0-605A4C35F369}" srcOrd="0" destOrd="0" presId="urn:microsoft.com/office/officeart/2018/2/layout/IconVerticalSolidList"/>
    <dgm:cxn modelId="{3D0F992B-43DC-454A-A0F7-60EDA704D51E}" type="presParOf" srcId="{1E512412-434A-4C59-BF8E-58BFF4FF5E68}" destId="{990C727C-3726-4A60-BFCE-34D7FED9078F}" srcOrd="1" destOrd="0" presId="urn:microsoft.com/office/officeart/2018/2/layout/IconVerticalSolidList"/>
    <dgm:cxn modelId="{38E62FA2-AB41-4B9B-B8BC-CB22646D88CE}" type="presParOf" srcId="{1E512412-434A-4C59-BF8E-58BFF4FF5E68}" destId="{D42F21D3-52F1-49D9-8A8E-499DDE39883D}" srcOrd="2" destOrd="0" presId="urn:microsoft.com/office/officeart/2018/2/layout/IconVerticalSolidList"/>
    <dgm:cxn modelId="{E641C7B5-B629-4927-A0CB-81D3CB76204F}" type="presParOf" srcId="{1E512412-434A-4C59-BF8E-58BFF4FF5E68}" destId="{38D9BF50-7B88-41A2-B00C-1B55311126C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FF65AE-E4EB-45CA-A51A-5DFCB460BBA0}" type="doc">
      <dgm:prSet loTypeId="urn:microsoft.com/office/officeart/2018/2/layout/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2F5B08D4-3C45-4053-B897-BB82E19A4918}">
      <dgm:prSet/>
      <dgm:spPr/>
      <dgm:t>
        <a:bodyPr/>
        <a:lstStyle/>
        <a:p>
          <a:pPr>
            <a:defRPr b="1"/>
          </a:pPr>
          <a:r>
            <a:rPr lang="en-US" b="0" i="0" dirty="0"/>
            <a:t>Real Time Dashboard : </a:t>
          </a:r>
          <a:endParaRPr lang="en-US" dirty="0"/>
        </a:p>
      </dgm:t>
    </dgm:pt>
    <dgm:pt modelId="{EFAE278E-D924-47CC-A733-F7DD4B8A1A41}" type="parTrans" cxnId="{9D1EFFF8-22CC-4877-91BC-35E0F27160C0}">
      <dgm:prSet/>
      <dgm:spPr/>
      <dgm:t>
        <a:bodyPr/>
        <a:lstStyle/>
        <a:p>
          <a:endParaRPr lang="en-US"/>
        </a:p>
      </dgm:t>
    </dgm:pt>
    <dgm:pt modelId="{4BD8B205-07AD-44A1-9364-1B5A5ECEF946}" type="sibTrans" cxnId="{9D1EFFF8-22CC-4877-91BC-35E0F27160C0}">
      <dgm:prSet/>
      <dgm:spPr/>
      <dgm:t>
        <a:bodyPr/>
        <a:lstStyle/>
        <a:p>
          <a:endParaRPr lang="en-US"/>
        </a:p>
      </dgm:t>
    </dgm:pt>
    <dgm:pt modelId="{44C5AC87-50F9-4AD0-974F-59E8114EF508}">
      <dgm:prSet/>
      <dgm:spPr/>
      <dgm:t>
        <a:bodyPr/>
        <a:lstStyle/>
        <a:p>
          <a:pPr>
            <a:buFont typeface="Wingdings" panose="05000000000000000000" pitchFamily="2" charset="2"/>
            <a:buChar char="Ø"/>
          </a:pPr>
          <a:r>
            <a:rPr lang="en-US" b="0" i="0" dirty="0"/>
            <a:t>Kafka</a:t>
          </a:r>
          <a:endParaRPr lang="en-US" dirty="0"/>
        </a:p>
      </dgm:t>
    </dgm:pt>
    <dgm:pt modelId="{97223D48-169D-4382-ABAB-1324F8082792}" type="parTrans" cxnId="{08D488FF-E47F-4BFD-A68D-2B8F337251CE}">
      <dgm:prSet/>
      <dgm:spPr/>
      <dgm:t>
        <a:bodyPr/>
        <a:lstStyle/>
        <a:p>
          <a:endParaRPr lang="en-US"/>
        </a:p>
      </dgm:t>
    </dgm:pt>
    <dgm:pt modelId="{9B4720A7-D9F3-4E2F-B53A-7FD0F8606FEE}" type="sibTrans" cxnId="{08D488FF-E47F-4BFD-A68D-2B8F337251CE}">
      <dgm:prSet/>
      <dgm:spPr/>
      <dgm:t>
        <a:bodyPr/>
        <a:lstStyle/>
        <a:p>
          <a:endParaRPr lang="en-US"/>
        </a:p>
      </dgm:t>
    </dgm:pt>
    <dgm:pt modelId="{D68E9569-B928-4C35-A7ED-23ED2A8DAA27}">
      <dgm:prSet/>
      <dgm:spPr/>
      <dgm:t>
        <a:bodyPr/>
        <a:lstStyle/>
        <a:p>
          <a:pPr>
            <a:buFont typeface="Wingdings" panose="05000000000000000000" pitchFamily="2" charset="2"/>
            <a:buChar char="Ø"/>
          </a:pPr>
          <a:r>
            <a:rPr lang="en-US" b="0" i="0" dirty="0"/>
            <a:t>Angular</a:t>
          </a:r>
          <a:endParaRPr lang="en-US" dirty="0"/>
        </a:p>
      </dgm:t>
    </dgm:pt>
    <dgm:pt modelId="{E90A2587-8A1A-41BE-A183-DE0B5CA2784C}" type="parTrans" cxnId="{D2C1B2CF-ECEC-457A-94F6-2073CC240C62}">
      <dgm:prSet/>
      <dgm:spPr/>
      <dgm:t>
        <a:bodyPr/>
        <a:lstStyle/>
        <a:p>
          <a:endParaRPr lang="en-US"/>
        </a:p>
      </dgm:t>
    </dgm:pt>
    <dgm:pt modelId="{C8F958DC-CDBC-4687-8133-C984386F7FBB}" type="sibTrans" cxnId="{D2C1B2CF-ECEC-457A-94F6-2073CC240C62}">
      <dgm:prSet/>
      <dgm:spPr/>
      <dgm:t>
        <a:bodyPr/>
        <a:lstStyle/>
        <a:p>
          <a:endParaRPr lang="en-US"/>
        </a:p>
      </dgm:t>
    </dgm:pt>
    <dgm:pt modelId="{AC55CD9A-7B43-4877-A9C3-824D29EDAF29}">
      <dgm:prSet/>
      <dgm:spPr/>
      <dgm:t>
        <a:bodyPr/>
        <a:lstStyle/>
        <a:p>
          <a:pPr>
            <a:buFont typeface="Wingdings" panose="05000000000000000000" pitchFamily="2" charset="2"/>
            <a:buChar char="Ø"/>
          </a:pPr>
          <a:r>
            <a:rPr lang="en-US" b="0" i="0" dirty="0"/>
            <a:t>MongoDB</a:t>
          </a:r>
          <a:endParaRPr lang="en-US" dirty="0"/>
        </a:p>
      </dgm:t>
    </dgm:pt>
    <dgm:pt modelId="{BB0683FA-7892-499E-878E-500B70D15656}" type="parTrans" cxnId="{F1C244CB-F126-46F5-8C07-5F31ABE36C8F}">
      <dgm:prSet/>
      <dgm:spPr/>
      <dgm:t>
        <a:bodyPr/>
        <a:lstStyle/>
        <a:p>
          <a:endParaRPr lang="en-US"/>
        </a:p>
      </dgm:t>
    </dgm:pt>
    <dgm:pt modelId="{A11A2C5F-6DCD-4030-B73D-1851C94B2755}" type="sibTrans" cxnId="{F1C244CB-F126-46F5-8C07-5F31ABE36C8F}">
      <dgm:prSet/>
      <dgm:spPr/>
      <dgm:t>
        <a:bodyPr/>
        <a:lstStyle/>
        <a:p>
          <a:endParaRPr lang="en-US"/>
        </a:p>
      </dgm:t>
    </dgm:pt>
    <dgm:pt modelId="{A3D2827B-4DBE-4F9A-B893-9D8E4BD9955D}">
      <dgm:prSet/>
      <dgm:spPr/>
      <dgm:t>
        <a:bodyPr/>
        <a:lstStyle/>
        <a:p>
          <a:pPr>
            <a:buFont typeface="Wingdings" panose="05000000000000000000" pitchFamily="2" charset="2"/>
            <a:buChar char="Ø"/>
          </a:pPr>
          <a:r>
            <a:rPr lang="en-US" b="0" i="0" dirty="0" err="1"/>
            <a:t>FastAPI</a:t>
          </a:r>
          <a:endParaRPr lang="en-US" dirty="0"/>
        </a:p>
      </dgm:t>
    </dgm:pt>
    <dgm:pt modelId="{D6DF2E5D-14BB-454D-8984-3AFC6CAF6577}" type="parTrans" cxnId="{F5ED1F61-EC89-4C97-BF49-852CDFFC4067}">
      <dgm:prSet/>
      <dgm:spPr/>
      <dgm:t>
        <a:bodyPr/>
        <a:lstStyle/>
        <a:p>
          <a:endParaRPr lang="en-US"/>
        </a:p>
      </dgm:t>
    </dgm:pt>
    <dgm:pt modelId="{3E5FF534-F86E-4792-891F-AD8FAB4B0E95}" type="sibTrans" cxnId="{F5ED1F61-EC89-4C97-BF49-852CDFFC4067}">
      <dgm:prSet/>
      <dgm:spPr/>
      <dgm:t>
        <a:bodyPr/>
        <a:lstStyle/>
        <a:p>
          <a:endParaRPr lang="en-US"/>
        </a:p>
      </dgm:t>
    </dgm:pt>
    <dgm:pt modelId="{64AF46F3-A572-49F1-BE6D-1F004D492DA6}">
      <dgm:prSet/>
      <dgm:spPr/>
      <dgm:t>
        <a:bodyPr/>
        <a:lstStyle/>
        <a:p>
          <a:pPr>
            <a:defRPr b="1"/>
          </a:pPr>
          <a:r>
            <a:rPr lang="en-US" b="0" i="0"/>
            <a:t>Recommendation offer: </a:t>
          </a:r>
          <a:endParaRPr lang="en-US"/>
        </a:p>
      </dgm:t>
    </dgm:pt>
    <dgm:pt modelId="{F32AF399-AC7B-439A-BE0E-5DF27A320DA3}" type="parTrans" cxnId="{85C33645-3420-4AD5-A4C8-86C5265CDD74}">
      <dgm:prSet/>
      <dgm:spPr/>
      <dgm:t>
        <a:bodyPr/>
        <a:lstStyle/>
        <a:p>
          <a:endParaRPr lang="en-US"/>
        </a:p>
      </dgm:t>
    </dgm:pt>
    <dgm:pt modelId="{2392E69C-7181-417A-97A6-837D95788743}" type="sibTrans" cxnId="{85C33645-3420-4AD5-A4C8-86C5265CDD74}">
      <dgm:prSet/>
      <dgm:spPr/>
      <dgm:t>
        <a:bodyPr/>
        <a:lstStyle/>
        <a:p>
          <a:endParaRPr lang="en-US"/>
        </a:p>
      </dgm:t>
    </dgm:pt>
    <dgm:pt modelId="{4E99D485-2F45-422F-9DB0-E6491E9013E9}">
      <dgm:prSet/>
      <dgm:spPr/>
      <dgm:t>
        <a:bodyPr/>
        <a:lstStyle/>
        <a:p>
          <a:r>
            <a:rPr lang="en-US" b="0" i="0"/>
            <a:t>Unsupervised Learning:</a:t>
          </a:r>
          <a:endParaRPr lang="en-US"/>
        </a:p>
      </dgm:t>
    </dgm:pt>
    <dgm:pt modelId="{15A04444-53BB-46A7-9238-6821E8CEE2A9}" type="parTrans" cxnId="{8F55EDF9-307C-46FD-B1B7-41D2CEABE6BD}">
      <dgm:prSet/>
      <dgm:spPr/>
      <dgm:t>
        <a:bodyPr/>
        <a:lstStyle/>
        <a:p>
          <a:endParaRPr lang="en-US"/>
        </a:p>
      </dgm:t>
    </dgm:pt>
    <dgm:pt modelId="{141259C1-A851-48A1-BC29-BF0945E47C3C}" type="sibTrans" cxnId="{8F55EDF9-307C-46FD-B1B7-41D2CEABE6BD}">
      <dgm:prSet/>
      <dgm:spPr/>
      <dgm:t>
        <a:bodyPr/>
        <a:lstStyle/>
        <a:p>
          <a:endParaRPr lang="en-US"/>
        </a:p>
      </dgm:t>
    </dgm:pt>
    <dgm:pt modelId="{47B33D0F-E77F-430E-B599-019E9A68AF78}">
      <dgm:prSet/>
      <dgm:spPr/>
      <dgm:t>
        <a:bodyPr/>
        <a:lstStyle/>
        <a:p>
          <a:r>
            <a:rPr lang="en-US" b="0" i="0"/>
            <a:t>Association Analysis:</a:t>
          </a:r>
          <a:endParaRPr lang="en-US"/>
        </a:p>
      </dgm:t>
    </dgm:pt>
    <dgm:pt modelId="{3B7955AE-FD81-4DD4-BDC8-F5C5F0D116DE}" type="parTrans" cxnId="{2E772318-F691-4566-8B2C-B672DABF508F}">
      <dgm:prSet/>
      <dgm:spPr/>
      <dgm:t>
        <a:bodyPr/>
        <a:lstStyle/>
        <a:p>
          <a:endParaRPr lang="en-US"/>
        </a:p>
      </dgm:t>
    </dgm:pt>
    <dgm:pt modelId="{AC7AD344-066F-4537-B099-E458A025A635}" type="sibTrans" cxnId="{2E772318-F691-4566-8B2C-B672DABF508F}">
      <dgm:prSet/>
      <dgm:spPr/>
      <dgm:t>
        <a:bodyPr/>
        <a:lstStyle/>
        <a:p>
          <a:endParaRPr lang="en-US"/>
        </a:p>
      </dgm:t>
    </dgm:pt>
    <dgm:pt modelId="{5D418904-DBA6-4186-812E-10F9C0E00796}">
      <dgm:prSet/>
      <dgm:spPr/>
      <dgm:t>
        <a:bodyPr/>
        <a:lstStyle/>
        <a:p>
          <a:r>
            <a:rPr lang="en-US" b="0" i="0"/>
            <a:t>Apriori Algorithm.</a:t>
          </a:r>
          <a:endParaRPr lang="en-US"/>
        </a:p>
      </dgm:t>
    </dgm:pt>
    <dgm:pt modelId="{F55012CF-107B-4EED-8F95-49174143F8D8}" type="parTrans" cxnId="{3ADA340F-1EE7-470A-8E71-C88A4DC4EEAE}">
      <dgm:prSet/>
      <dgm:spPr/>
      <dgm:t>
        <a:bodyPr/>
        <a:lstStyle/>
        <a:p>
          <a:endParaRPr lang="en-US"/>
        </a:p>
      </dgm:t>
    </dgm:pt>
    <dgm:pt modelId="{22E667B4-0440-428D-BA4F-0EB74E480C39}" type="sibTrans" cxnId="{3ADA340F-1EE7-470A-8E71-C88A4DC4EEAE}">
      <dgm:prSet/>
      <dgm:spPr/>
      <dgm:t>
        <a:bodyPr/>
        <a:lstStyle/>
        <a:p>
          <a:endParaRPr lang="en-US"/>
        </a:p>
      </dgm:t>
    </dgm:pt>
    <dgm:pt modelId="{F0A59C86-D827-4D36-8668-8F0D65BDD48B}">
      <dgm:prSet/>
      <dgm:spPr/>
      <dgm:t>
        <a:bodyPr/>
        <a:lstStyle/>
        <a:p>
          <a:r>
            <a:rPr lang="en-US" b="0" i="0"/>
            <a:t>FPGrowth Algorithm.</a:t>
          </a:r>
          <a:endParaRPr lang="en-US"/>
        </a:p>
      </dgm:t>
    </dgm:pt>
    <dgm:pt modelId="{0F1CA56F-F8C3-438F-AE49-B75F6AA1AC13}" type="parTrans" cxnId="{07604B54-7C2C-4523-AAA5-DB2E6EB0FFA6}">
      <dgm:prSet/>
      <dgm:spPr/>
      <dgm:t>
        <a:bodyPr/>
        <a:lstStyle/>
        <a:p>
          <a:endParaRPr lang="en-US"/>
        </a:p>
      </dgm:t>
    </dgm:pt>
    <dgm:pt modelId="{84B80912-67B4-4921-930F-AC830E710A0A}" type="sibTrans" cxnId="{07604B54-7C2C-4523-AAA5-DB2E6EB0FFA6}">
      <dgm:prSet/>
      <dgm:spPr/>
      <dgm:t>
        <a:bodyPr/>
        <a:lstStyle/>
        <a:p>
          <a:endParaRPr lang="en-US"/>
        </a:p>
      </dgm:t>
    </dgm:pt>
    <dgm:pt modelId="{0BE471E9-4618-4054-A713-FE833E03312E}" type="pres">
      <dgm:prSet presAssocID="{BBFF65AE-E4EB-45CA-A51A-5DFCB460BBA0}" presName="root" presStyleCnt="0">
        <dgm:presLayoutVars>
          <dgm:dir/>
          <dgm:resizeHandles val="exact"/>
        </dgm:presLayoutVars>
      </dgm:prSet>
      <dgm:spPr/>
    </dgm:pt>
    <dgm:pt modelId="{476D3BB1-84CA-4095-B9F2-35C856A0C72C}" type="pres">
      <dgm:prSet presAssocID="{2F5B08D4-3C45-4053-B897-BB82E19A4918}" presName="compNode" presStyleCnt="0"/>
      <dgm:spPr/>
    </dgm:pt>
    <dgm:pt modelId="{DA2CD861-98F5-4D06-B497-9D0341C593D4}" type="pres">
      <dgm:prSet presAssocID="{2F5B08D4-3C45-4053-B897-BB82E19A491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D72920B2-3B60-4336-AB7C-516E74DDBCF1}" type="pres">
      <dgm:prSet presAssocID="{2F5B08D4-3C45-4053-B897-BB82E19A4918}" presName="iconSpace" presStyleCnt="0"/>
      <dgm:spPr/>
    </dgm:pt>
    <dgm:pt modelId="{030F633C-3057-48AB-9F84-35DACC590FC9}" type="pres">
      <dgm:prSet presAssocID="{2F5B08D4-3C45-4053-B897-BB82E19A4918}" presName="parTx" presStyleLbl="revTx" presStyleIdx="0" presStyleCnt="4">
        <dgm:presLayoutVars>
          <dgm:chMax val="0"/>
          <dgm:chPref val="0"/>
        </dgm:presLayoutVars>
      </dgm:prSet>
      <dgm:spPr/>
    </dgm:pt>
    <dgm:pt modelId="{075C3D9D-903D-4DD7-8061-4BE116AF7ADB}" type="pres">
      <dgm:prSet presAssocID="{2F5B08D4-3C45-4053-B897-BB82E19A4918}" presName="txSpace" presStyleCnt="0"/>
      <dgm:spPr/>
    </dgm:pt>
    <dgm:pt modelId="{75487157-7328-40AC-8DFA-D58A2A6502C8}" type="pres">
      <dgm:prSet presAssocID="{2F5B08D4-3C45-4053-B897-BB82E19A4918}" presName="desTx" presStyleLbl="revTx" presStyleIdx="1" presStyleCnt="4">
        <dgm:presLayoutVars/>
      </dgm:prSet>
      <dgm:spPr/>
    </dgm:pt>
    <dgm:pt modelId="{46EA4701-BD7F-4DD4-9880-2DD0CE2EA0F0}" type="pres">
      <dgm:prSet presAssocID="{4BD8B205-07AD-44A1-9364-1B5A5ECEF946}" presName="sibTrans" presStyleCnt="0"/>
      <dgm:spPr/>
    </dgm:pt>
    <dgm:pt modelId="{99A959DD-3294-46C3-9121-D1976E67324B}" type="pres">
      <dgm:prSet presAssocID="{64AF46F3-A572-49F1-BE6D-1F004D492DA6}" presName="compNode" presStyleCnt="0"/>
      <dgm:spPr/>
    </dgm:pt>
    <dgm:pt modelId="{22F1A37C-F4A1-4445-A28B-14159FACB436}" type="pres">
      <dgm:prSet presAssocID="{64AF46F3-A572-49F1-BE6D-1F004D492DA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290A3AC6-D550-487C-98D5-01BD61BDDB8D}" type="pres">
      <dgm:prSet presAssocID="{64AF46F3-A572-49F1-BE6D-1F004D492DA6}" presName="iconSpace" presStyleCnt="0"/>
      <dgm:spPr/>
    </dgm:pt>
    <dgm:pt modelId="{7CC8C65D-2FA0-4DD9-959F-AC82E91C9B22}" type="pres">
      <dgm:prSet presAssocID="{64AF46F3-A572-49F1-BE6D-1F004D492DA6}" presName="parTx" presStyleLbl="revTx" presStyleIdx="2" presStyleCnt="4">
        <dgm:presLayoutVars>
          <dgm:chMax val="0"/>
          <dgm:chPref val="0"/>
        </dgm:presLayoutVars>
      </dgm:prSet>
      <dgm:spPr/>
    </dgm:pt>
    <dgm:pt modelId="{738B4708-FD21-4BDA-861A-40F8C5463E2B}" type="pres">
      <dgm:prSet presAssocID="{64AF46F3-A572-49F1-BE6D-1F004D492DA6}" presName="txSpace" presStyleCnt="0"/>
      <dgm:spPr/>
    </dgm:pt>
    <dgm:pt modelId="{58995EA9-648B-4F4B-B520-B6E46258F414}" type="pres">
      <dgm:prSet presAssocID="{64AF46F3-A572-49F1-BE6D-1F004D492DA6}" presName="desTx" presStyleLbl="revTx" presStyleIdx="3" presStyleCnt="4">
        <dgm:presLayoutVars/>
      </dgm:prSet>
      <dgm:spPr/>
    </dgm:pt>
  </dgm:ptLst>
  <dgm:cxnLst>
    <dgm:cxn modelId="{D9773107-3385-4DD3-9102-7B6659C05DF6}" type="presOf" srcId="{D68E9569-B928-4C35-A7ED-23ED2A8DAA27}" destId="{75487157-7328-40AC-8DFA-D58A2A6502C8}" srcOrd="0" destOrd="1" presId="urn:microsoft.com/office/officeart/2018/2/layout/IconLabelDescriptionList"/>
    <dgm:cxn modelId="{25232208-45F3-45FA-B63A-937CF90C196C}" type="presOf" srcId="{F0A59C86-D827-4D36-8668-8F0D65BDD48B}" destId="{58995EA9-648B-4F4B-B520-B6E46258F414}" srcOrd="0" destOrd="3" presId="urn:microsoft.com/office/officeart/2018/2/layout/IconLabelDescriptionList"/>
    <dgm:cxn modelId="{3ADA340F-1EE7-470A-8E71-C88A4DC4EEAE}" srcId="{47B33D0F-E77F-430E-B599-019E9A68AF78}" destId="{5D418904-DBA6-4186-812E-10F9C0E00796}" srcOrd="0" destOrd="0" parTransId="{F55012CF-107B-4EED-8F95-49174143F8D8}" sibTransId="{22E667B4-0440-428D-BA4F-0EB74E480C39}"/>
    <dgm:cxn modelId="{95414A17-AFBA-4541-85BB-391F6735AF81}" type="presOf" srcId="{5D418904-DBA6-4186-812E-10F9C0E00796}" destId="{58995EA9-648B-4F4B-B520-B6E46258F414}" srcOrd="0" destOrd="2" presId="urn:microsoft.com/office/officeart/2018/2/layout/IconLabelDescriptionList"/>
    <dgm:cxn modelId="{2E772318-F691-4566-8B2C-B672DABF508F}" srcId="{64AF46F3-A572-49F1-BE6D-1F004D492DA6}" destId="{47B33D0F-E77F-430E-B599-019E9A68AF78}" srcOrd="1" destOrd="0" parTransId="{3B7955AE-FD81-4DD4-BDC8-F5C5F0D116DE}" sibTransId="{AC7AD344-066F-4537-B099-E458A025A635}"/>
    <dgm:cxn modelId="{B72B7830-47A4-44AF-8E7F-A5E34EAD668B}" type="presOf" srcId="{AC55CD9A-7B43-4877-A9C3-824D29EDAF29}" destId="{75487157-7328-40AC-8DFA-D58A2A6502C8}" srcOrd="0" destOrd="2" presId="urn:microsoft.com/office/officeart/2018/2/layout/IconLabelDescriptionList"/>
    <dgm:cxn modelId="{FBF63439-73ED-4727-BE89-BAD1DE7713FC}" type="presOf" srcId="{BBFF65AE-E4EB-45CA-A51A-5DFCB460BBA0}" destId="{0BE471E9-4618-4054-A713-FE833E03312E}" srcOrd="0" destOrd="0" presId="urn:microsoft.com/office/officeart/2018/2/layout/IconLabelDescriptionList"/>
    <dgm:cxn modelId="{EC469C3D-7983-40D5-AD1C-91FCE06861B6}" type="presOf" srcId="{A3D2827B-4DBE-4F9A-B893-9D8E4BD9955D}" destId="{75487157-7328-40AC-8DFA-D58A2A6502C8}" srcOrd="0" destOrd="3" presId="urn:microsoft.com/office/officeart/2018/2/layout/IconLabelDescriptionList"/>
    <dgm:cxn modelId="{F5ED1F61-EC89-4C97-BF49-852CDFFC4067}" srcId="{2F5B08D4-3C45-4053-B897-BB82E19A4918}" destId="{A3D2827B-4DBE-4F9A-B893-9D8E4BD9955D}" srcOrd="3" destOrd="0" parTransId="{D6DF2E5D-14BB-454D-8984-3AFC6CAF6577}" sibTransId="{3E5FF534-F86E-4792-891F-AD8FAB4B0E95}"/>
    <dgm:cxn modelId="{85C33645-3420-4AD5-A4C8-86C5265CDD74}" srcId="{BBFF65AE-E4EB-45CA-A51A-5DFCB460BBA0}" destId="{64AF46F3-A572-49F1-BE6D-1F004D492DA6}" srcOrd="1" destOrd="0" parTransId="{F32AF399-AC7B-439A-BE0E-5DF27A320DA3}" sibTransId="{2392E69C-7181-417A-97A6-837D95788743}"/>
    <dgm:cxn modelId="{6ADB506B-0C6E-4062-AEE9-B284B7D4FAA5}" type="presOf" srcId="{64AF46F3-A572-49F1-BE6D-1F004D492DA6}" destId="{7CC8C65D-2FA0-4DD9-959F-AC82E91C9B22}" srcOrd="0" destOrd="0" presId="urn:microsoft.com/office/officeart/2018/2/layout/IconLabelDescriptionList"/>
    <dgm:cxn modelId="{07604B54-7C2C-4523-AAA5-DB2E6EB0FFA6}" srcId="{47B33D0F-E77F-430E-B599-019E9A68AF78}" destId="{F0A59C86-D827-4D36-8668-8F0D65BDD48B}" srcOrd="1" destOrd="0" parTransId="{0F1CA56F-F8C3-438F-AE49-B75F6AA1AC13}" sibTransId="{84B80912-67B4-4921-930F-AC830E710A0A}"/>
    <dgm:cxn modelId="{52176685-0A78-4037-8433-2EDDB9B8C5DC}" type="presOf" srcId="{2F5B08D4-3C45-4053-B897-BB82E19A4918}" destId="{030F633C-3057-48AB-9F84-35DACC590FC9}" srcOrd="0" destOrd="0" presId="urn:microsoft.com/office/officeart/2018/2/layout/IconLabelDescriptionList"/>
    <dgm:cxn modelId="{CDF4F799-8A94-4AAB-B21F-6CBB2F0028E1}" type="presOf" srcId="{44C5AC87-50F9-4AD0-974F-59E8114EF508}" destId="{75487157-7328-40AC-8DFA-D58A2A6502C8}" srcOrd="0" destOrd="0" presId="urn:microsoft.com/office/officeart/2018/2/layout/IconLabelDescriptionList"/>
    <dgm:cxn modelId="{71E293A6-49AB-4EC9-8EB2-E275A4634F1C}" type="presOf" srcId="{47B33D0F-E77F-430E-B599-019E9A68AF78}" destId="{58995EA9-648B-4F4B-B520-B6E46258F414}" srcOrd="0" destOrd="1" presId="urn:microsoft.com/office/officeart/2018/2/layout/IconLabelDescriptionList"/>
    <dgm:cxn modelId="{F1C244CB-F126-46F5-8C07-5F31ABE36C8F}" srcId="{2F5B08D4-3C45-4053-B897-BB82E19A4918}" destId="{AC55CD9A-7B43-4877-A9C3-824D29EDAF29}" srcOrd="2" destOrd="0" parTransId="{BB0683FA-7892-499E-878E-500B70D15656}" sibTransId="{A11A2C5F-6DCD-4030-B73D-1851C94B2755}"/>
    <dgm:cxn modelId="{024A90CB-2176-4E61-ACB8-18B00AEC5B9C}" type="presOf" srcId="{4E99D485-2F45-422F-9DB0-E6491E9013E9}" destId="{58995EA9-648B-4F4B-B520-B6E46258F414}" srcOrd="0" destOrd="0" presId="urn:microsoft.com/office/officeart/2018/2/layout/IconLabelDescriptionList"/>
    <dgm:cxn modelId="{D2C1B2CF-ECEC-457A-94F6-2073CC240C62}" srcId="{2F5B08D4-3C45-4053-B897-BB82E19A4918}" destId="{D68E9569-B928-4C35-A7ED-23ED2A8DAA27}" srcOrd="1" destOrd="0" parTransId="{E90A2587-8A1A-41BE-A183-DE0B5CA2784C}" sibTransId="{C8F958DC-CDBC-4687-8133-C984386F7FBB}"/>
    <dgm:cxn modelId="{9D1EFFF8-22CC-4877-91BC-35E0F27160C0}" srcId="{BBFF65AE-E4EB-45CA-A51A-5DFCB460BBA0}" destId="{2F5B08D4-3C45-4053-B897-BB82E19A4918}" srcOrd="0" destOrd="0" parTransId="{EFAE278E-D924-47CC-A733-F7DD4B8A1A41}" sibTransId="{4BD8B205-07AD-44A1-9364-1B5A5ECEF946}"/>
    <dgm:cxn modelId="{8F55EDF9-307C-46FD-B1B7-41D2CEABE6BD}" srcId="{64AF46F3-A572-49F1-BE6D-1F004D492DA6}" destId="{4E99D485-2F45-422F-9DB0-E6491E9013E9}" srcOrd="0" destOrd="0" parTransId="{15A04444-53BB-46A7-9238-6821E8CEE2A9}" sibTransId="{141259C1-A851-48A1-BC29-BF0945E47C3C}"/>
    <dgm:cxn modelId="{08D488FF-E47F-4BFD-A68D-2B8F337251CE}" srcId="{2F5B08D4-3C45-4053-B897-BB82E19A4918}" destId="{44C5AC87-50F9-4AD0-974F-59E8114EF508}" srcOrd="0" destOrd="0" parTransId="{97223D48-169D-4382-ABAB-1324F8082792}" sibTransId="{9B4720A7-D9F3-4E2F-B53A-7FD0F8606FEE}"/>
    <dgm:cxn modelId="{619D0986-76BC-4FDB-9982-D371CCCDB519}" type="presParOf" srcId="{0BE471E9-4618-4054-A713-FE833E03312E}" destId="{476D3BB1-84CA-4095-B9F2-35C856A0C72C}" srcOrd="0" destOrd="0" presId="urn:microsoft.com/office/officeart/2018/2/layout/IconLabelDescriptionList"/>
    <dgm:cxn modelId="{CA473D42-4F34-4B36-8E13-65653E63478D}" type="presParOf" srcId="{476D3BB1-84CA-4095-B9F2-35C856A0C72C}" destId="{DA2CD861-98F5-4D06-B497-9D0341C593D4}" srcOrd="0" destOrd="0" presId="urn:microsoft.com/office/officeart/2018/2/layout/IconLabelDescriptionList"/>
    <dgm:cxn modelId="{199A6699-7B5D-4F07-96DC-E02A4F3F94D7}" type="presParOf" srcId="{476D3BB1-84CA-4095-B9F2-35C856A0C72C}" destId="{D72920B2-3B60-4336-AB7C-516E74DDBCF1}" srcOrd="1" destOrd="0" presId="urn:microsoft.com/office/officeart/2018/2/layout/IconLabelDescriptionList"/>
    <dgm:cxn modelId="{609F79C1-1FD0-44A5-BBEC-47D5E71E5E9B}" type="presParOf" srcId="{476D3BB1-84CA-4095-B9F2-35C856A0C72C}" destId="{030F633C-3057-48AB-9F84-35DACC590FC9}" srcOrd="2" destOrd="0" presId="urn:microsoft.com/office/officeart/2018/2/layout/IconLabelDescriptionList"/>
    <dgm:cxn modelId="{6C4D03D7-72F4-4C70-921E-3AF200E8B216}" type="presParOf" srcId="{476D3BB1-84CA-4095-B9F2-35C856A0C72C}" destId="{075C3D9D-903D-4DD7-8061-4BE116AF7ADB}" srcOrd="3" destOrd="0" presId="urn:microsoft.com/office/officeart/2018/2/layout/IconLabelDescriptionList"/>
    <dgm:cxn modelId="{A5FE37CF-45B2-4B0A-889E-6D2664FBE5D9}" type="presParOf" srcId="{476D3BB1-84CA-4095-B9F2-35C856A0C72C}" destId="{75487157-7328-40AC-8DFA-D58A2A6502C8}" srcOrd="4" destOrd="0" presId="urn:microsoft.com/office/officeart/2018/2/layout/IconLabelDescriptionList"/>
    <dgm:cxn modelId="{C048267F-4916-4482-87FB-7A0B75A94E1B}" type="presParOf" srcId="{0BE471E9-4618-4054-A713-FE833E03312E}" destId="{46EA4701-BD7F-4DD4-9880-2DD0CE2EA0F0}" srcOrd="1" destOrd="0" presId="urn:microsoft.com/office/officeart/2018/2/layout/IconLabelDescriptionList"/>
    <dgm:cxn modelId="{4B90D061-4E55-48FF-A13E-6B143A867B33}" type="presParOf" srcId="{0BE471E9-4618-4054-A713-FE833E03312E}" destId="{99A959DD-3294-46C3-9121-D1976E67324B}" srcOrd="2" destOrd="0" presId="urn:microsoft.com/office/officeart/2018/2/layout/IconLabelDescriptionList"/>
    <dgm:cxn modelId="{9B3202E9-93E3-4BB4-8209-2D408EC2D3A1}" type="presParOf" srcId="{99A959DD-3294-46C3-9121-D1976E67324B}" destId="{22F1A37C-F4A1-4445-A28B-14159FACB436}" srcOrd="0" destOrd="0" presId="urn:microsoft.com/office/officeart/2018/2/layout/IconLabelDescriptionList"/>
    <dgm:cxn modelId="{C767349A-C1FF-4D39-83CA-2CE90BBA4B5B}" type="presParOf" srcId="{99A959DD-3294-46C3-9121-D1976E67324B}" destId="{290A3AC6-D550-487C-98D5-01BD61BDDB8D}" srcOrd="1" destOrd="0" presId="urn:microsoft.com/office/officeart/2018/2/layout/IconLabelDescriptionList"/>
    <dgm:cxn modelId="{BEA12003-2C55-4FC7-BDE7-D516FD28ACD7}" type="presParOf" srcId="{99A959DD-3294-46C3-9121-D1976E67324B}" destId="{7CC8C65D-2FA0-4DD9-959F-AC82E91C9B22}" srcOrd="2" destOrd="0" presId="urn:microsoft.com/office/officeart/2018/2/layout/IconLabelDescriptionList"/>
    <dgm:cxn modelId="{EB564F71-FC7E-471C-86B3-3F244B389661}" type="presParOf" srcId="{99A959DD-3294-46C3-9121-D1976E67324B}" destId="{738B4708-FD21-4BDA-861A-40F8C5463E2B}" srcOrd="3" destOrd="0" presId="urn:microsoft.com/office/officeart/2018/2/layout/IconLabelDescriptionList"/>
    <dgm:cxn modelId="{9B249003-D955-44A2-96D2-29057A9BB8F4}" type="presParOf" srcId="{99A959DD-3294-46C3-9121-D1976E67324B}" destId="{58995EA9-648B-4F4B-B520-B6E46258F41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77742A-F9FA-43AE-8086-E5C788E936FE}">
      <dsp:nvSpPr>
        <dsp:cNvPr id="0" name=""/>
        <dsp:cNvSpPr/>
      </dsp:nvSpPr>
      <dsp:spPr>
        <a:xfrm>
          <a:off x="0" y="0"/>
          <a:ext cx="1043231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FD0AFD-11A1-48B8-A548-D2E260C472CB}">
      <dsp:nvSpPr>
        <dsp:cNvPr id="0" name=""/>
        <dsp:cNvSpPr/>
      </dsp:nvSpPr>
      <dsp:spPr>
        <a:xfrm>
          <a:off x="0" y="0"/>
          <a:ext cx="10432312" cy="1094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Enhance the competitive position and increasing the market share.</a:t>
          </a:r>
        </a:p>
      </dsp:txBody>
      <dsp:txXfrm>
        <a:off x="0" y="0"/>
        <a:ext cx="10432312" cy="1094158"/>
      </dsp:txXfrm>
    </dsp:sp>
    <dsp:sp modelId="{FFB52BC2-263B-401F-987F-F7BE54989EF8}">
      <dsp:nvSpPr>
        <dsp:cNvPr id="0" name=""/>
        <dsp:cNvSpPr/>
      </dsp:nvSpPr>
      <dsp:spPr>
        <a:xfrm>
          <a:off x="0" y="1094158"/>
          <a:ext cx="1043231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0739DD-20AF-4314-A5C4-4ABBAF8956EC}">
      <dsp:nvSpPr>
        <dsp:cNvPr id="0" name=""/>
        <dsp:cNvSpPr/>
      </dsp:nvSpPr>
      <dsp:spPr>
        <a:xfrm>
          <a:off x="0" y="1094158"/>
          <a:ext cx="10432312" cy="1094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Increase the efficiency of cross-selling offers. </a:t>
          </a:r>
        </a:p>
      </dsp:txBody>
      <dsp:txXfrm>
        <a:off x="0" y="1094158"/>
        <a:ext cx="10432312" cy="1094158"/>
      </dsp:txXfrm>
    </dsp:sp>
    <dsp:sp modelId="{D53A550D-AC9C-49CD-BF8C-25667304CFDC}">
      <dsp:nvSpPr>
        <dsp:cNvPr id="0" name=""/>
        <dsp:cNvSpPr/>
      </dsp:nvSpPr>
      <dsp:spPr>
        <a:xfrm>
          <a:off x="0" y="2188317"/>
          <a:ext cx="1043231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4BB23C-47DC-49E5-8B69-957ED9B9AFBF}">
      <dsp:nvSpPr>
        <dsp:cNvPr id="0" name=""/>
        <dsp:cNvSpPr/>
      </dsp:nvSpPr>
      <dsp:spPr>
        <a:xfrm>
          <a:off x="0" y="2188317"/>
          <a:ext cx="10432312" cy="1094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Improve the sales strategy based on customer behavior in buying process.</a:t>
          </a:r>
        </a:p>
      </dsp:txBody>
      <dsp:txXfrm>
        <a:off x="0" y="2188317"/>
        <a:ext cx="10432312" cy="1094158"/>
      </dsp:txXfrm>
    </dsp:sp>
    <dsp:sp modelId="{3D81DF34-E947-492C-8AB7-74994B8A93A2}">
      <dsp:nvSpPr>
        <dsp:cNvPr id="0" name=""/>
        <dsp:cNvSpPr/>
      </dsp:nvSpPr>
      <dsp:spPr>
        <a:xfrm>
          <a:off x="0" y="3282476"/>
          <a:ext cx="1043231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737517-1D30-404F-880E-29A1E2C235B9}">
      <dsp:nvSpPr>
        <dsp:cNvPr id="0" name=""/>
        <dsp:cNvSpPr/>
      </dsp:nvSpPr>
      <dsp:spPr>
        <a:xfrm>
          <a:off x="0" y="3282476"/>
          <a:ext cx="10432312" cy="1094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Achieving customer satisfaction and maintain customer retention .</a:t>
          </a:r>
        </a:p>
      </dsp:txBody>
      <dsp:txXfrm>
        <a:off x="0" y="3282476"/>
        <a:ext cx="10432312" cy="10941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DD4F1A-01EC-4F63-9838-B7BC99930513}">
      <dsp:nvSpPr>
        <dsp:cNvPr id="0" name=""/>
        <dsp:cNvSpPr/>
      </dsp:nvSpPr>
      <dsp:spPr>
        <a:xfrm>
          <a:off x="0" y="556812"/>
          <a:ext cx="10390907" cy="10279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37CFC5-94DB-4083-97DA-4E7CA95D2B36}">
      <dsp:nvSpPr>
        <dsp:cNvPr id="0" name=""/>
        <dsp:cNvSpPr/>
      </dsp:nvSpPr>
      <dsp:spPr>
        <a:xfrm>
          <a:off x="310958" y="788103"/>
          <a:ext cx="565378" cy="5653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42A3F1-9ACA-41AF-9BEA-07465D033BC2}">
      <dsp:nvSpPr>
        <dsp:cNvPr id="0" name=""/>
        <dsp:cNvSpPr/>
      </dsp:nvSpPr>
      <dsp:spPr>
        <a:xfrm>
          <a:off x="1187295" y="556812"/>
          <a:ext cx="9203612" cy="1027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793" tIns="108793" rIns="108793" bIns="108793" numCol="1" spcCol="1270" anchor="ctr" anchorCtr="0">
          <a:noAutofit/>
        </a:bodyPr>
        <a:lstStyle/>
        <a:p>
          <a:pPr marL="0" lvl="0" indent="0" algn="l" defTabSz="800100">
            <a:lnSpc>
              <a:spcPct val="100000"/>
            </a:lnSpc>
            <a:spcBef>
              <a:spcPct val="0"/>
            </a:spcBef>
            <a:spcAft>
              <a:spcPct val="35000"/>
            </a:spcAft>
            <a:buNone/>
          </a:pPr>
          <a:r>
            <a:rPr lang="en-US" sz="1800" b="0" i="0" kern="1200"/>
            <a:t>The databases and the generated reports are sensitive data and its customers owned .</a:t>
          </a:r>
          <a:endParaRPr lang="en-US" sz="1800" kern="1200"/>
        </a:p>
      </dsp:txBody>
      <dsp:txXfrm>
        <a:off x="1187295" y="556812"/>
        <a:ext cx="9203612" cy="1027961"/>
      </dsp:txXfrm>
    </dsp:sp>
    <dsp:sp modelId="{F4401194-AB1E-441C-B4F0-605A4C35F369}">
      <dsp:nvSpPr>
        <dsp:cNvPr id="0" name=""/>
        <dsp:cNvSpPr/>
      </dsp:nvSpPr>
      <dsp:spPr>
        <a:xfrm>
          <a:off x="0" y="1841764"/>
          <a:ext cx="10390907" cy="102796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0C727C-3726-4A60-BFCE-34D7FED9078F}">
      <dsp:nvSpPr>
        <dsp:cNvPr id="0" name=""/>
        <dsp:cNvSpPr/>
      </dsp:nvSpPr>
      <dsp:spPr>
        <a:xfrm>
          <a:off x="310958" y="2073056"/>
          <a:ext cx="565378" cy="5653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D9BF50-7B88-41A2-B00C-1B55311126CD}">
      <dsp:nvSpPr>
        <dsp:cNvPr id="0" name=""/>
        <dsp:cNvSpPr/>
      </dsp:nvSpPr>
      <dsp:spPr>
        <a:xfrm>
          <a:off x="1187295" y="1841764"/>
          <a:ext cx="9203612" cy="1027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793" tIns="108793" rIns="108793" bIns="108793" numCol="1" spcCol="1270" anchor="ctr" anchorCtr="0">
          <a:noAutofit/>
        </a:bodyPr>
        <a:lstStyle/>
        <a:p>
          <a:pPr marL="0" lvl="0" indent="0" algn="l" defTabSz="800100">
            <a:lnSpc>
              <a:spcPct val="100000"/>
            </a:lnSpc>
            <a:spcBef>
              <a:spcPct val="0"/>
            </a:spcBef>
            <a:spcAft>
              <a:spcPct val="35000"/>
            </a:spcAft>
            <a:buNone/>
          </a:pPr>
          <a:r>
            <a:rPr lang="en-US" sz="1800" b="0" i="0" kern="1200"/>
            <a:t>No one has the authority to use and share this data, so we have to sign an agreement between the system owner and the customer to preserve his right and go to court in case the data was leaked.</a:t>
          </a:r>
          <a:endParaRPr lang="en-US" sz="1800" kern="1200"/>
        </a:p>
      </dsp:txBody>
      <dsp:txXfrm>
        <a:off x="1187295" y="1841764"/>
        <a:ext cx="9203612" cy="10279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CD861-98F5-4D06-B497-9D0341C593D4}">
      <dsp:nvSpPr>
        <dsp:cNvPr id="0" name=""/>
        <dsp:cNvSpPr/>
      </dsp:nvSpPr>
      <dsp:spPr>
        <a:xfrm>
          <a:off x="559800" y="40603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0F633C-3057-48AB-9F84-35DACC590FC9}">
      <dsp:nvSpPr>
        <dsp:cNvPr id="0" name=""/>
        <dsp:cNvSpPr/>
      </dsp:nvSpPr>
      <dsp:spPr>
        <a:xfrm>
          <a:off x="559800" y="207027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b="0" i="0" kern="1200" dirty="0"/>
            <a:t>Real Time Dashboard : </a:t>
          </a:r>
          <a:endParaRPr lang="en-US" sz="3200" kern="1200" dirty="0"/>
        </a:p>
      </dsp:txBody>
      <dsp:txXfrm>
        <a:off x="559800" y="2070272"/>
        <a:ext cx="4320000" cy="648000"/>
      </dsp:txXfrm>
    </dsp:sp>
    <dsp:sp modelId="{75487157-7328-40AC-8DFA-D58A2A6502C8}">
      <dsp:nvSpPr>
        <dsp:cNvPr id="0" name=""/>
        <dsp:cNvSpPr/>
      </dsp:nvSpPr>
      <dsp:spPr>
        <a:xfrm>
          <a:off x="559800" y="2789082"/>
          <a:ext cx="4320000" cy="1157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Font typeface="Wingdings" panose="05000000000000000000" pitchFamily="2" charset="2"/>
            <a:buNone/>
          </a:pPr>
          <a:r>
            <a:rPr lang="en-US" sz="1700" b="0" i="0" kern="1200" dirty="0"/>
            <a:t>Kafka</a:t>
          </a:r>
          <a:endParaRPr lang="en-US" sz="1700" kern="1200" dirty="0"/>
        </a:p>
        <a:p>
          <a:pPr marL="0" lvl="0" indent="0" algn="l" defTabSz="755650">
            <a:lnSpc>
              <a:spcPct val="90000"/>
            </a:lnSpc>
            <a:spcBef>
              <a:spcPct val="0"/>
            </a:spcBef>
            <a:spcAft>
              <a:spcPct val="35000"/>
            </a:spcAft>
            <a:buFont typeface="Wingdings" panose="05000000000000000000" pitchFamily="2" charset="2"/>
            <a:buNone/>
          </a:pPr>
          <a:r>
            <a:rPr lang="en-US" sz="1700" b="0" i="0" kern="1200" dirty="0"/>
            <a:t>Angular</a:t>
          </a:r>
          <a:endParaRPr lang="en-US" sz="1700" kern="1200" dirty="0"/>
        </a:p>
        <a:p>
          <a:pPr marL="0" lvl="0" indent="0" algn="l" defTabSz="755650">
            <a:lnSpc>
              <a:spcPct val="90000"/>
            </a:lnSpc>
            <a:spcBef>
              <a:spcPct val="0"/>
            </a:spcBef>
            <a:spcAft>
              <a:spcPct val="35000"/>
            </a:spcAft>
            <a:buFont typeface="Wingdings" panose="05000000000000000000" pitchFamily="2" charset="2"/>
            <a:buNone/>
          </a:pPr>
          <a:r>
            <a:rPr lang="en-US" sz="1700" b="0" i="0" kern="1200" dirty="0"/>
            <a:t>MongoDB</a:t>
          </a:r>
          <a:endParaRPr lang="en-US" sz="1700" kern="1200" dirty="0"/>
        </a:p>
        <a:p>
          <a:pPr marL="0" lvl="0" indent="0" algn="l" defTabSz="755650">
            <a:lnSpc>
              <a:spcPct val="90000"/>
            </a:lnSpc>
            <a:spcBef>
              <a:spcPct val="0"/>
            </a:spcBef>
            <a:spcAft>
              <a:spcPct val="35000"/>
            </a:spcAft>
            <a:buFont typeface="Wingdings" panose="05000000000000000000" pitchFamily="2" charset="2"/>
            <a:buNone/>
          </a:pPr>
          <a:r>
            <a:rPr lang="en-US" sz="1700" b="0" i="0" kern="1200" dirty="0" err="1"/>
            <a:t>FastAPI</a:t>
          </a:r>
          <a:endParaRPr lang="en-US" sz="1700" kern="1200" dirty="0"/>
        </a:p>
      </dsp:txBody>
      <dsp:txXfrm>
        <a:off x="559800" y="2789082"/>
        <a:ext cx="4320000" cy="1157429"/>
      </dsp:txXfrm>
    </dsp:sp>
    <dsp:sp modelId="{22F1A37C-F4A1-4445-A28B-14159FACB436}">
      <dsp:nvSpPr>
        <dsp:cNvPr id="0" name=""/>
        <dsp:cNvSpPr/>
      </dsp:nvSpPr>
      <dsp:spPr>
        <a:xfrm>
          <a:off x="5635800" y="40603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C8C65D-2FA0-4DD9-959F-AC82E91C9B22}">
      <dsp:nvSpPr>
        <dsp:cNvPr id="0" name=""/>
        <dsp:cNvSpPr/>
      </dsp:nvSpPr>
      <dsp:spPr>
        <a:xfrm>
          <a:off x="5635800" y="207027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b="0" i="0" kern="1200"/>
            <a:t>Recommendation offer: </a:t>
          </a:r>
          <a:endParaRPr lang="en-US" sz="3200" kern="1200"/>
        </a:p>
      </dsp:txBody>
      <dsp:txXfrm>
        <a:off x="5635800" y="2070272"/>
        <a:ext cx="4320000" cy="648000"/>
      </dsp:txXfrm>
    </dsp:sp>
    <dsp:sp modelId="{58995EA9-648B-4F4B-B520-B6E46258F414}">
      <dsp:nvSpPr>
        <dsp:cNvPr id="0" name=""/>
        <dsp:cNvSpPr/>
      </dsp:nvSpPr>
      <dsp:spPr>
        <a:xfrm>
          <a:off x="5635800" y="2789082"/>
          <a:ext cx="4320000" cy="1157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b="0" i="0" kern="1200"/>
            <a:t>Unsupervised Learning:</a:t>
          </a:r>
          <a:endParaRPr lang="en-US" sz="1700" kern="1200"/>
        </a:p>
        <a:p>
          <a:pPr marL="0" lvl="0" indent="0" algn="l" defTabSz="755650">
            <a:lnSpc>
              <a:spcPct val="90000"/>
            </a:lnSpc>
            <a:spcBef>
              <a:spcPct val="0"/>
            </a:spcBef>
            <a:spcAft>
              <a:spcPct val="35000"/>
            </a:spcAft>
            <a:buNone/>
          </a:pPr>
          <a:r>
            <a:rPr lang="en-US" sz="1700" b="0" i="0" kern="1200"/>
            <a:t>Association Analysis:</a:t>
          </a:r>
          <a:endParaRPr lang="en-US" sz="1700" kern="1200"/>
        </a:p>
        <a:p>
          <a:pPr marL="171450" lvl="1" indent="-171450" algn="l" defTabSz="755650">
            <a:lnSpc>
              <a:spcPct val="90000"/>
            </a:lnSpc>
            <a:spcBef>
              <a:spcPct val="0"/>
            </a:spcBef>
            <a:spcAft>
              <a:spcPct val="15000"/>
            </a:spcAft>
            <a:buChar char="•"/>
          </a:pPr>
          <a:r>
            <a:rPr lang="en-US" sz="1700" b="0" i="0" kern="1200"/>
            <a:t>Apriori Algorithm.</a:t>
          </a:r>
          <a:endParaRPr lang="en-US" sz="1700" kern="1200"/>
        </a:p>
        <a:p>
          <a:pPr marL="171450" lvl="1" indent="-171450" algn="l" defTabSz="755650">
            <a:lnSpc>
              <a:spcPct val="90000"/>
            </a:lnSpc>
            <a:spcBef>
              <a:spcPct val="0"/>
            </a:spcBef>
            <a:spcAft>
              <a:spcPct val="15000"/>
            </a:spcAft>
            <a:buChar char="•"/>
          </a:pPr>
          <a:r>
            <a:rPr lang="en-US" sz="1700" b="0" i="0" kern="1200"/>
            <a:t>FPGrowth Algorithm.</a:t>
          </a:r>
          <a:endParaRPr lang="en-US" sz="1700" kern="1200"/>
        </a:p>
      </dsp:txBody>
      <dsp:txXfrm>
        <a:off x="5635800" y="2789082"/>
        <a:ext cx="4320000" cy="115742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towardsdatascience.com/association-rules-2-aa9a77241654"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cs typeface="Calibri" panose="020F0502020204030204" pitchFamily="34" charset="0"/>
              </a:rPr>
              <a:t>2</a:t>
            </a:fld>
            <a:endParaRPr dirty="0">
              <a:latin typeface="Calibri" panose="020F0502020204030204" pitchFamily="34" charset="0"/>
              <a:cs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150d5bf2a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150d5bf2a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1150d5bf2a9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atin typeface="Calibri" panose="020F0502020204030204" pitchFamily="34" charset="0"/>
                <a:cs typeface="Calibri" panose="020F0502020204030204" pitchFamily="34" charset="0"/>
              </a:rPr>
              <a:t>19</a:t>
            </a:fld>
            <a:endParaRPr dirty="0">
              <a:latin typeface="Calibri" panose="020F0502020204030204" pitchFamily="34" charset="0"/>
              <a:cs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150d5bf2a9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150d5bf2a9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Ref: </a:t>
            </a:r>
            <a:r>
              <a:rPr lang="en-US" u="sng">
                <a:solidFill>
                  <a:schemeClr val="hlink"/>
                </a:solidFill>
                <a:hlinkClick r:id="rId3"/>
              </a:rPr>
              <a:t>https://towardsdatascience.com/association-rules-2-aa9a77241654</a:t>
            </a:r>
            <a:endParaRPr/>
          </a:p>
        </p:txBody>
      </p:sp>
      <p:sp>
        <p:nvSpPr>
          <p:cNvPr id="235" name="Google Shape;235;g1150d5bf2a9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atin typeface="Calibri" panose="020F0502020204030204" pitchFamily="34" charset="0"/>
                <a:cs typeface="Calibri" panose="020F0502020204030204" pitchFamily="34" charset="0"/>
              </a:rPr>
              <a:t>20</a:t>
            </a:fld>
            <a:endParaRPr dirty="0">
              <a:latin typeface="Calibri" panose="020F0502020204030204" pitchFamily="34" charset="0"/>
              <a:cs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4" name="Google Shape;24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12.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0.png"/><Relationship Id="rId4" Type="http://schemas.openxmlformats.org/officeDocument/2006/relationships/hyperlink" Target="https://docs.google.com/spreadsheets/d/1jj4DJRCiXH1F-hI4EGrXzs5tJpe3TsW0/edit#gid=2042548951"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2.png"/><Relationship Id="rId7" Type="http://schemas.openxmlformats.org/officeDocument/2006/relationships/diagramColors" Target="../diagrams/colors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382772" y="4250153"/>
            <a:ext cx="11183137" cy="203128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dirty="0">
                <a:solidFill>
                  <a:srgbClr val="0B5394"/>
                </a:solidFill>
                <a:latin typeface="Calibri"/>
                <a:ea typeface="Calibri"/>
                <a:cs typeface="Calibri"/>
                <a:sym typeface="Calibri"/>
              </a:rPr>
              <a:t>Product Recommendation and Cross Selling System</a:t>
            </a:r>
          </a:p>
          <a:p>
            <a:pPr marL="0" marR="0" lvl="0" indent="0" algn="ctr" rtl="0">
              <a:spcBef>
                <a:spcPts val="0"/>
              </a:spcBef>
              <a:spcAft>
                <a:spcPts val="0"/>
              </a:spcAft>
              <a:buNone/>
            </a:pPr>
            <a:endParaRPr dirty="0">
              <a:solidFill>
                <a:srgbClr val="0B5394"/>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3200" b="1" i="0" u="none" strike="noStrike" cap="none" dirty="0">
                <a:solidFill>
                  <a:srgbClr val="0B5394"/>
                </a:solidFill>
                <a:latin typeface="Calibri"/>
                <a:ea typeface="Calibri"/>
                <a:cs typeface="Calibri"/>
                <a:sym typeface="Calibri"/>
              </a:rPr>
              <a:t>Bravo Team</a:t>
            </a:r>
            <a:endParaRPr sz="1100" dirty="0">
              <a:solidFill>
                <a:srgbClr val="0B5394"/>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endParaRPr sz="2400" b="1" i="0" u="none" strike="noStrike" cap="none" dirty="0">
              <a:solidFill>
                <a:srgbClr val="0070C0"/>
              </a:solidFill>
              <a:latin typeface="Calibri" panose="020F0502020204030204" pitchFamily="34" charset="0"/>
              <a:cs typeface="Calibri" panose="020F0502020204030204" pitchFamily="34" charset="0"/>
              <a:sym typeface="Arial"/>
            </a:endParaRPr>
          </a:p>
          <a:p>
            <a:pPr marL="0" marR="0" lvl="0" indent="0" algn="ctr" rtl="0">
              <a:spcBef>
                <a:spcPts val="0"/>
              </a:spcBef>
              <a:spcAft>
                <a:spcPts val="0"/>
              </a:spcAft>
              <a:buNone/>
            </a:pPr>
            <a:r>
              <a:rPr lang="en-US" sz="1600" b="1" dirty="0">
                <a:solidFill>
                  <a:schemeClr val="dk1"/>
                </a:solidFill>
                <a:latin typeface="Calibri" panose="020F0502020204030204" pitchFamily="34" charset="0"/>
                <a:cs typeface="Calibri" panose="020F0502020204030204" pitchFamily="34" charset="0"/>
              </a:rPr>
              <a:t>14</a:t>
            </a:r>
            <a:r>
              <a:rPr lang="en-US" sz="1600" b="1" i="0" u="none" strike="noStrike" cap="none" dirty="0">
                <a:solidFill>
                  <a:schemeClr val="dk1"/>
                </a:solidFill>
                <a:latin typeface="Calibri" panose="020F0502020204030204" pitchFamily="34" charset="0"/>
                <a:cs typeface="Calibri" panose="020F0502020204030204" pitchFamily="34" charset="0"/>
                <a:sym typeface="Arial"/>
              </a:rPr>
              <a:t> Feb. 2022</a:t>
            </a:r>
            <a:endParaRPr sz="1600" b="1" i="0" u="none" strike="noStrike" cap="none" dirty="0">
              <a:solidFill>
                <a:schemeClr val="dk1"/>
              </a:solidFill>
              <a:latin typeface="Calibri" panose="020F0502020204030204" pitchFamily="34" charset="0"/>
              <a:cs typeface="Calibri" panose="020F0502020204030204" pitchFamily="34" charset="0"/>
              <a:sym typeface="Arial"/>
            </a:endParaRPr>
          </a:p>
        </p:txBody>
      </p:sp>
      <p:pic>
        <p:nvPicPr>
          <p:cNvPr id="89" name="Google Shape;89;p1" descr="A group of people in a room&#10;&#10;Description automatically generated with medium confidence"/>
          <p:cNvPicPr preferRelativeResize="0"/>
          <p:nvPr/>
        </p:nvPicPr>
        <p:blipFill rotWithShape="1">
          <a:blip r:embed="rId3">
            <a:alphaModFix/>
          </a:blip>
          <a:srcRect/>
          <a:stretch/>
        </p:blipFill>
        <p:spPr>
          <a:xfrm>
            <a:off x="589376" y="306518"/>
            <a:ext cx="10976532" cy="39436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
        <p:cNvGrpSpPr/>
        <p:nvPr/>
      </p:nvGrpSpPr>
      <p:grpSpPr>
        <a:xfrm>
          <a:off x="0" y="0"/>
          <a:ext cx="0" cy="0"/>
          <a:chOff x="0" y="0"/>
          <a:chExt cx="0" cy="0"/>
        </a:xfrm>
      </p:grpSpPr>
      <p:sp useBgFill="1">
        <p:nvSpPr>
          <p:cNvPr id="106" name="Rectangle 10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95" name="Google Shape;95;p2"/>
          <p:cNvSpPr txBox="1">
            <a:spLocks noGrp="1"/>
          </p:cNvSpPr>
          <p:nvPr>
            <p:ph type="title"/>
          </p:nvPr>
        </p:nvSpPr>
        <p:spPr>
          <a:xfrm>
            <a:off x="5297762" y="329184"/>
            <a:ext cx="6251110" cy="1783080"/>
          </a:xfrm>
          <a:prstGeom prst="rect">
            <a:avLst/>
          </a:prstGeom>
        </p:spPr>
        <p:txBody>
          <a:bodyPr spcFirstLastPara="1" lIns="91425" tIns="45700" rIns="91425" bIns="45700" anchor="b" anchorCtr="0">
            <a:normAutofit/>
          </a:bodyPr>
          <a:lstStyle/>
          <a:p>
            <a:pPr marL="0" lvl="0" indent="0" rtl="0">
              <a:spcBef>
                <a:spcPts val="0"/>
              </a:spcBef>
              <a:spcAft>
                <a:spcPts val="0"/>
              </a:spcAft>
              <a:buClr>
                <a:srgbClr val="0070C0"/>
              </a:buClr>
              <a:buSzPts val="4000"/>
              <a:buFont typeface="Calibri"/>
              <a:buNone/>
            </a:pPr>
            <a:r>
              <a:rPr lang="en-US" sz="5400" b="1" dirty="0">
                <a:solidFill>
                  <a:schemeClr val="accent5">
                    <a:lumMod val="75000"/>
                  </a:schemeClr>
                </a:solidFill>
                <a:latin typeface="Calibri"/>
                <a:ea typeface="Calibri"/>
                <a:cs typeface="Calibri"/>
                <a:sym typeface="Calibri"/>
              </a:rPr>
              <a:t>Outlines</a:t>
            </a:r>
          </a:p>
        </p:txBody>
      </p:sp>
      <p:pic>
        <p:nvPicPr>
          <p:cNvPr id="97" name="Google Shape;97;p2"/>
          <p:cNvPicPr preferRelativeResize="0"/>
          <p:nvPr/>
        </p:nvPicPr>
        <p:blipFill rotWithShape="1">
          <a:blip r:embed="rId3"/>
          <a:srcRect l="3560" r="7957"/>
          <a:stretch/>
        </p:blipFill>
        <p:spPr>
          <a:xfrm>
            <a:off x="579107" y="1299869"/>
            <a:ext cx="3499132" cy="4258272"/>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p:spPr>
      </p:pic>
      <p:sp>
        <p:nvSpPr>
          <p:cNvPr id="10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96" name="Google Shape;96;p2"/>
          <p:cNvSpPr txBox="1">
            <a:spLocks noGrp="1"/>
          </p:cNvSpPr>
          <p:nvPr>
            <p:ph type="body" idx="1"/>
          </p:nvPr>
        </p:nvSpPr>
        <p:spPr>
          <a:xfrm>
            <a:off x="5297762" y="2706624"/>
            <a:ext cx="6251110" cy="3822192"/>
          </a:xfrm>
          <a:prstGeom prst="rect">
            <a:avLst/>
          </a:prstGeom>
        </p:spPr>
        <p:txBody>
          <a:bodyPr spcFirstLastPara="1" lIns="91425" tIns="45700" rIns="91425" bIns="45700" anchorCtr="0">
            <a:normAutofit fontScale="92500" lnSpcReduction="10000"/>
          </a:bodyPr>
          <a:lstStyle/>
          <a:p>
            <a:pPr marL="0" lvl="0" indent="0" rtl="0">
              <a:spcBef>
                <a:spcPts val="0"/>
              </a:spcBef>
              <a:spcAft>
                <a:spcPts val="0"/>
              </a:spcAft>
              <a:buClr>
                <a:schemeClr val="dk1"/>
              </a:buClr>
              <a:buSzPct val="100000"/>
              <a:buNone/>
            </a:pPr>
            <a:endParaRPr lang="en-US" sz="2000" dirty="0">
              <a:latin typeface="Calibri" panose="020F0502020204030204" pitchFamily="34" charset="0"/>
              <a:ea typeface="Times New Roman"/>
              <a:cs typeface="Calibri" panose="020F0502020204030204" pitchFamily="34" charset="0"/>
              <a:sym typeface="Times New Roman"/>
            </a:endParaRPr>
          </a:p>
          <a:p>
            <a:pPr lvl="0" indent="-457200" rtl="0">
              <a:spcBef>
                <a:spcPts val="1000"/>
              </a:spcBef>
              <a:spcAft>
                <a:spcPts val="0"/>
              </a:spcAft>
              <a:buClr>
                <a:schemeClr val="dk1"/>
              </a:buClr>
              <a:buSzPct val="100000"/>
              <a:buFont typeface="Wingdings" panose="05000000000000000000" pitchFamily="2" charset="2"/>
              <a:buChar char="q"/>
            </a:pPr>
            <a:r>
              <a:rPr lang="en-US" sz="2000" dirty="0">
                <a:latin typeface="Calibri" panose="020F0502020204030204" pitchFamily="34" charset="0"/>
                <a:ea typeface="Times New Roman"/>
                <a:cs typeface="Calibri" panose="020F0502020204030204" pitchFamily="34" charset="0"/>
                <a:sym typeface="Times New Roman"/>
              </a:rPr>
              <a:t>Introduction and problem statement.</a:t>
            </a:r>
            <a:endParaRPr lang="en-US" sz="2000" dirty="0">
              <a:latin typeface="Calibri" panose="020F0502020204030204" pitchFamily="34" charset="0"/>
              <a:cs typeface="Calibri" panose="020F0502020204030204" pitchFamily="34" charset="0"/>
            </a:endParaRPr>
          </a:p>
          <a:p>
            <a:pPr marL="151130" lvl="0" indent="0" rtl="0">
              <a:spcBef>
                <a:spcPts val="1000"/>
              </a:spcBef>
              <a:spcAft>
                <a:spcPts val="0"/>
              </a:spcAft>
              <a:buClr>
                <a:schemeClr val="dk1"/>
              </a:buClr>
              <a:buSzPct val="100000"/>
              <a:buNone/>
            </a:pPr>
            <a:endParaRPr lang="en-US" sz="2400" dirty="0">
              <a:latin typeface="Calibri" panose="020F0502020204030204" pitchFamily="34" charset="0"/>
              <a:ea typeface="Times New Roman"/>
              <a:cs typeface="Calibri" panose="020F0502020204030204" pitchFamily="34" charset="0"/>
              <a:sym typeface="Times New Roman"/>
            </a:endParaRPr>
          </a:p>
          <a:p>
            <a:pPr lvl="0" indent="-457200" rtl="0">
              <a:spcBef>
                <a:spcPts val="1000"/>
              </a:spcBef>
              <a:spcAft>
                <a:spcPts val="0"/>
              </a:spcAft>
              <a:buClr>
                <a:schemeClr val="dk1"/>
              </a:buClr>
              <a:buSzPct val="100000"/>
              <a:buFont typeface="Wingdings" panose="05000000000000000000" pitchFamily="2" charset="2"/>
              <a:buChar char="q"/>
            </a:pPr>
            <a:r>
              <a:rPr lang="en-US" sz="2000" dirty="0">
                <a:latin typeface="Calibri" panose="020F0502020204030204" pitchFamily="34" charset="0"/>
                <a:ea typeface="Times New Roman"/>
                <a:cs typeface="Calibri" panose="020F0502020204030204" pitchFamily="34" charset="0"/>
                <a:sym typeface="Times New Roman"/>
              </a:rPr>
              <a:t>Business goals.</a:t>
            </a:r>
          </a:p>
          <a:p>
            <a:pPr marL="608330" lvl="0" indent="-457200" rtl="0">
              <a:spcBef>
                <a:spcPts val="1000"/>
              </a:spcBef>
              <a:spcAft>
                <a:spcPts val="0"/>
              </a:spcAft>
              <a:buClr>
                <a:schemeClr val="dk1"/>
              </a:buClr>
              <a:buSzPct val="100000"/>
              <a:buFont typeface="Wingdings" panose="05000000000000000000" pitchFamily="2" charset="2"/>
              <a:buChar char="q"/>
            </a:pPr>
            <a:endParaRPr lang="en-US" sz="2000" dirty="0">
              <a:latin typeface="Calibri" panose="020F0502020204030204" pitchFamily="34" charset="0"/>
              <a:ea typeface="Times New Roman"/>
              <a:cs typeface="Calibri" panose="020F0502020204030204" pitchFamily="34" charset="0"/>
              <a:sym typeface="Times New Roman"/>
            </a:endParaRPr>
          </a:p>
          <a:p>
            <a:pPr lvl="0" indent="-457200" rtl="0">
              <a:spcBef>
                <a:spcPts val="1000"/>
              </a:spcBef>
              <a:spcAft>
                <a:spcPts val="0"/>
              </a:spcAft>
              <a:buClr>
                <a:schemeClr val="dk1"/>
              </a:buClr>
              <a:buSzPct val="100000"/>
              <a:buFont typeface="Wingdings" panose="05000000000000000000" pitchFamily="2" charset="2"/>
              <a:buChar char="q"/>
            </a:pPr>
            <a:r>
              <a:rPr lang="en-US" sz="2000" dirty="0">
                <a:latin typeface="Calibri" panose="020F0502020204030204" pitchFamily="34" charset="0"/>
                <a:ea typeface="Times New Roman"/>
                <a:cs typeface="Calibri" panose="020F0502020204030204" pitchFamily="34" charset="0"/>
                <a:sym typeface="Times New Roman"/>
              </a:rPr>
              <a:t>Business Objective .</a:t>
            </a:r>
          </a:p>
          <a:p>
            <a:pPr lvl="0" indent="-457200" rtl="0">
              <a:spcBef>
                <a:spcPts val="1000"/>
              </a:spcBef>
              <a:spcAft>
                <a:spcPts val="0"/>
              </a:spcAft>
              <a:buClr>
                <a:schemeClr val="dk1"/>
              </a:buClr>
              <a:buSzPct val="100000"/>
              <a:buFont typeface="Wingdings" panose="05000000000000000000" pitchFamily="2" charset="2"/>
              <a:buChar char="q"/>
            </a:pPr>
            <a:endParaRPr lang="en-US" sz="2000" dirty="0">
              <a:latin typeface="Calibri" panose="020F0502020204030204" pitchFamily="34" charset="0"/>
              <a:ea typeface="Times New Roman"/>
              <a:cs typeface="Calibri" panose="020F0502020204030204" pitchFamily="34" charset="0"/>
              <a:sym typeface="Times New Roman"/>
            </a:endParaRPr>
          </a:p>
          <a:p>
            <a:pPr lvl="0" indent="-457200" rtl="0">
              <a:spcBef>
                <a:spcPts val="1000"/>
              </a:spcBef>
              <a:spcAft>
                <a:spcPts val="0"/>
              </a:spcAft>
              <a:buClr>
                <a:schemeClr val="dk1"/>
              </a:buClr>
              <a:buSzPct val="100000"/>
              <a:buFont typeface="Wingdings" panose="05000000000000000000" pitchFamily="2" charset="2"/>
              <a:buChar char="q"/>
            </a:pPr>
            <a:r>
              <a:rPr lang="en-US" sz="2000" dirty="0">
                <a:latin typeface="Calibri" panose="020F0502020204030204" pitchFamily="34" charset="0"/>
                <a:ea typeface="Times New Roman"/>
                <a:cs typeface="Calibri" panose="020F0502020204030204" pitchFamily="34" charset="0"/>
                <a:sym typeface="Times New Roman"/>
              </a:rPr>
              <a:t>Data Management Plan.</a:t>
            </a:r>
          </a:p>
          <a:p>
            <a:pPr lvl="0" indent="-457200" rtl="0">
              <a:spcBef>
                <a:spcPts val="1000"/>
              </a:spcBef>
              <a:spcAft>
                <a:spcPts val="0"/>
              </a:spcAft>
              <a:buClr>
                <a:schemeClr val="dk1"/>
              </a:buClr>
              <a:buSzPct val="100000"/>
              <a:buFont typeface="Wingdings" panose="05000000000000000000" pitchFamily="2" charset="2"/>
              <a:buChar char="q"/>
            </a:pPr>
            <a:endParaRPr lang="en-US" sz="2000" dirty="0">
              <a:latin typeface="Calibri" panose="020F0502020204030204" pitchFamily="34" charset="0"/>
              <a:ea typeface="Times New Roman"/>
              <a:cs typeface="Calibri" panose="020F0502020204030204" pitchFamily="34" charset="0"/>
              <a:sym typeface="Times New Roman"/>
            </a:endParaRPr>
          </a:p>
          <a:p>
            <a:pPr lvl="0" indent="-457200" rtl="0">
              <a:spcBef>
                <a:spcPts val="1000"/>
              </a:spcBef>
              <a:spcAft>
                <a:spcPts val="0"/>
              </a:spcAft>
              <a:buClr>
                <a:schemeClr val="dk1"/>
              </a:buClr>
              <a:buSzPct val="100000"/>
              <a:buFont typeface="Wingdings" panose="05000000000000000000" pitchFamily="2" charset="2"/>
              <a:buChar char="q"/>
            </a:pPr>
            <a:r>
              <a:rPr lang="en-US" sz="2000" dirty="0">
                <a:latin typeface="Calibri" panose="020F0502020204030204" pitchFamily="34" charset="0"/>
                <a:cs typeface="Calibri" panose="020F0502020204030204" pitchFamily="34" charset="0"/>
                <a:sym typeface="Times New Roman"/>
              </a:rPr>
              <a:t>Software Architecture.</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8"/>
        <p:cNvGrpSpPr/>
        <p:nvPr/>
      </p:nvGrpSpPr>
      <p:grpSpPr>
        <a:xfrm>
          <a:off x="0" y="0"/>
          <a:ext cx="0" cy="0"/>
          <a:chOff x="0" y="0"/>
          <a:chExt cx="0" cy="0"/>
        </a:xfrm>
      </p:grpSpPr>
      <p:sp useBgFill="1">
        <p:nvSpPr>
          <p:cNvPr id="116" name="Rectangle 1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Calibri" panose="020F0502020204030204" pitchFamily="34" charset="0"/>
            </a:endParaRPr>
          </a:p>
        </p:txBody>
      </p:sp>
      <p:sp>
        <p:nvSpPr>
          <p:cNvPr id="118" name="Arc 1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9" name="Google Shape;109;p4"/>
          <p:cNvSpPr txBox="1">
            <a:spLocks noGrp="1"/>
          </p:cNvSpPr>
          <p:nvPr>
            <p:ph type="title"/>
          </p:nvPr>
        </p:nvSpPr>
        <p:spPr>
          <a:xfrm>
            <a:off x="5894962" y="479493"/>
            <a:ext cx="5458838" cy="1325563"/>
          </a:xfrm>
          <a:prstGeom prst="rect">
            <a:avLst/>
          </a:prstGeom>
        </p:spPr>
        <p:txBody>
          <a:bodyPr spcFirstLastPara="1" lIns="91425" tIns="45700" rIns="91425" bIns="45700" anchorCtr="0">
            <a:normAutofit/>
          </a:bodyPr>
          <a:lstStyle/>
          <a:p>
            <a:pPr marL="0" lvl="0" indent="0" rtl="0">
              <a:spcBef>
                <a:spcPts val="0"/>
              </a:spcBef>
              <a:spcAft>
                <a:spcPts val="0"/>
              </a:spcAft>
              <a:buClr>
                <a:srgbClr val="0070C0"/>
              </a:buClr>
              <a:buSzPts val="4000"/>
              <a:buFont typeface="Calibri"/>
              <a:buNone/>
            </a:pPr>
            <a:r>
              <a:rPr lang="en-US" b="1" dirty="0">
                <a:solidFill>
                  <a:schemeClr val="accent5">
                    <a:lumMod val="75000"/>
                  </a:schemeClr>
                </a:solidFill>
                <a:sym typeface="Calibri"/>
              </a:rPr>
              <a:t>Introduction and problem statement</a:t>
            </a:r>
            <a:endParaRPr lang="en-US" dirty="0">
              <a:solidFill>
                <a:schemeClr val="accent5">
                  <a:lumMod val="75000"/>
                </a:schemeClr>
              </a:solidFill>
            </a:endParaRPr>
          </a:p>
        </p:txBody>
      </p:sp>
      <p:sp>
        <p:nvSpPr>
          <p:cNvPr id="120" name="Freeform: Shape 1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Calibri" panose="020F0502020204030204" pitchFamily="34" charset="0"/>
            </a:endParaRPr>
          </a:p>
        </p:txBody>
      </p:sp>
      <p:pic>
        <p:nvPicPr>
          <p:cNvPr id="111" name="Google Shape;111;p4" descr="Problem - Goodly"/>
          <p:cNvPicPr preferRelativeResize="0"/>
          <p:nvPr/>
        </p:nvPicPr>
        <p:blipFill rotWithShape="1">
          <a:blip r:embed="rId3"/>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p:spPr>
      </p:pic>
      <p:sp>
        <p:nvSpPr>
          <p:cNvPr id="110" name="Google Shape;110;p4"/>
          <p:cNvSpPr txBox="1">
            <a:spLocks noGrp="1"/>
          </p:cNvSpPr>
          <p:nvPr>
            <p:ph type="body" idx="1"/>
          </p:nvPr>
        </p:nvSpPr>
        <p:spPr>
          <a:xfrm>
            <a:off x="5894962" y="1984443"/>
            <a:ext cx="5458838" cy="4192520"/>
          </a:xfrm>
          <a:prstGeom prst="rect">
            <a:avLst/>
          </a:prstGeom>
        </p:spPr>
        <p:txBody>
          <a:bodyPr spcFirstLastPara="1" lIns="91425" tIns="45700" rIns="91425" bIns="45700" anchorCtr="0">
            <a:normAutofit/>
          </a:bodyPr>
          <a:lstStyle/>
          <a:p>
            <a:pPr marL="0" lvl="0" indent="0" rtl="0">
              <a:spcBef>
                <a:spcPts val="0"/>
              </a:spcBef>
              <a:spcAft>
                <a:spcPts val="600"/>
              </a:spcAft>
              <a:buClr>
                <a:schemeClr val="dk1"/>
              </a:buClr>
              <a:buSzPts val="2400"/>
              <a:buNone/>
            </a:pPr>
            <a:r>
              <a:rPr lang="en-US" sz="2600"/>
              <a:t>Competitions between supermarkets have been increased rapidly in local market.  In the current situation, the offers selection criteria did not meet customers needs and expectations. There is a need to develop solutions supports offers selection that meets with customers needs as will as increase the sales revenue of the supermarket in a way that’s makes win-win relationship </a:t>
            </a:r>
          </a:p>
        </p:txBody>
      </p:sp>
      <p:pic>
        <p:nvPicPr>
          <p:cNvPr id="3" name="Picture 2">
            <a:extLst>
              <a:ext uri="{FF2B5EF4-FFF2-40B4-BE49-F238E27FC236}">
                <a16:creationId xmlns:a16="http://schemas.microsoft.com/office/drawing/2014/main" id="{5B6CEC25-F1A7-4F9A-8941-E55D3D0E8FE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770978" y="1554111"/>
            <a:ext cx="5232821" cy="4691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5"/>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Calibri" panose="020F0502020204030204" pitchFamily="34" charset="0"/>
            </a:endParaRPr>
          </a:p>
        </p:txBody>
      </p:sp>
      <p:sp>
        <p:nvSpPr>
          <p:cNvPr id="116" name="Google Shape;116;p5"/>
          <p:cNvSpPr txBox="1">
            <a:spLocks noGrp="1"/>
          </p:cNvSpPr>
          <p:nvPr>
            <p:ph type="title"/>
          </p:nvPr>
        </p:nvSpPr>
        <p:spPr>
          <a:xfrm>
            <a:off x="838200" y="365125"/>
            <a:ext cx="5393361" cy="1325563"/>
          </a:xfrm>
          <a:prstGeom prst="rect">
            <a:avLst/>
          </a:prstGeom>
        </p:spPr>
        <p:txBody>
          <a:bodyPr spcFirstLastPara="1" vert="horz" lIns="91440" tIns="45720" rIns="91440" bIns="45720" rtlCol="0" anchor="ctr" anchorCtr="0">
            <a:normAutofit/>
          </a:bodyPr>
          <a:lstStyle/>
          <a:p>
            <a:pPr marL="0" marR="0" lvl="0" indent="0">
              <a:spcBef>
                <a:spcPct val="0"/>
              </a:spcBef>
              <a:spcAft>
                <a:spcPts val="0"/>
              </a:spcAft>
              <a:buClr>
                <a:srgbClr val="0070C0"/>
              </a:buClr>
              <a:buSzPts val="4000"/>
            </a:pPr>
            <a:r>
              <a:rPr lang="en-US" b="1" kern="1200" dirty="0">
                <a:solidFill>
                  <a:schemeClr val="accent5">
                    <a:lumMod val="75000"/>
                  </a:schemeClr>
                </a:solidFill>
                <a:latin typeface="Calibri" panose="020F0502020204030204" pitchFamily="34" charset="0"/>
                <a:ea typeface="+mj-ea"/>
                <a:cs typeface="Calibri" panose="020F0502020204030204" pitchFamily="34" charset="0"/>
                <a:sym typeface="Calibri"/>
              </a:rPr>
              <a:t>Business goals</a:t>
            </a:r>
          </a:p>
        </p:txBody>
      </p:sp>
      <p:sp>
        <p:nvSpPr>
          <p:cNvPr id="117" name="Google Shape;117;p5"/>
          <p:cNvSpPr txBox="1"/>
          <p:nvPr/>
        </p:nvSpPr>
        <p:spPr>
          <a:xfrm>
            <a:off x="838200" y="1825625"/>
            <a:ext cx="5393361" cy="4351338"/>
          </a:xfrm>
          <a:prstGeom prst="rect">
            <a:avLst/>
          </a:prstGeom>
        </p:spPr>
        <p:txBody>
          <a:bodyPr spcFirstLastPara="1" vert="horz" lIns="91440" tIns="45720" rIns="91440" bIns="45720" rtlCol="0" anchorCtr="0">
            <a:normAutofit/>
          </a:bodyPr>
          <a:lstStyle/>
          <a:p>
            <a:pPr marL="571500" marR="0" lvl="0" indent="-457200">
              <a:lnSpc>
                <a:spcPct val="90000"/>
              </a:lnSpc>
              <a:spcBef>
                <a:spcPts val="0"/>
              </a:spcBef>
              <a:spcAft>
                <a:spcPts val="600"/>
              </a:spcAft>
              <a:buFont typeface="Wingdings" panose="05000000000000000000" pitchFamily="2" charset="2"/>
              <a:buChar char="q"/>
            </a:pPr>
            <a:r>
              <a:rPr lang="en-US" sz="2800" kern="1200" dirty="0">
                <a:solidFill>
                  <a:schemeClr val="tx1"/>
                </a:solidFill>
                <a:latin typeface="Calibri" panose="020F0502020204030204" pitchFamily="34" charset="0"/>
                <a:ea typeface="+mn-ea"/>
                <a:cs typeface="Calibri" panose="020F0502020204030204" pitchFamily="34" charset="0"/>
                <a:sym typeface="Calibri"/>
              </a:rPr>
              <a:t>Provide a decision support system base on Machine Learning for cross-selling recommendation to help mangers build effective offers.</a:t>
            </a:r>
          </a:p>
          <a:p>
            <a:pPr marL="114300" marR="0" lvl="0">
              <a:lnSpc>
                <a:spcPct val="90000"/>
              </a:lnSpc>
              <a:spcBef>
                <a:spcPts val="0"/>
              </a:spcBef>
              <a:spcAft>
                <a:spcPts val="600"/>
              </a:spcAft>
            </a:pPr>
            <a:endParaRPr lang="en-US" sz="2800" kern="1200" dirty="0">
              <a:solidFill>
                <a:schemeClr val="tx1"/>
              </a:solidFill>
              <a:latin typeface="Calibri" panose="020F0502020204030204" pitchFamily="34" charset="0"/>
              <a:ea typeface="+mn-ea"/>
              <a:cs typeface="Calibri" panose="020F0502020204030204" pitchFamily="34" charset="0"/>
              <a:sym typeface="Calibri"/>
            </a:endParaRPr>
          </a:p>
          <a:p>
            <a:pPr marL="571500" marR="0" lvl="0" indent="-457200">
              <a:lnSpc>
                <a:spcPct val="90000"/>
              </a:lnSpc>
              <a:spcBef>
                <a:spcPts val="0"/>
              </a:spcBef>
              <a:spcAft>
                <a:spcPts val="600"/>
              </a:spcAft>
              <a:buFont typeface="Wingdings" panose="05000000000000000000" pitchFamily="2" charset="2"/>
              <a:buChar char="q"/>
            </a:pPr>
            <a:r>
              <a:rPr lang="en-US" sz="2800" kern="1200" dirty="0">
                <a:solidFill>
                  <a:schemeClr val="tx1"/>
                </a:solidFill>
                <a:latin typeface="Calibri" panose="020F0502020204030204" pitchFamily="34" charset="0"/>
                <a:ea typeface="+mn-ea"/>
                <a:cs typeface="Calibri" panose="020F0502020204030204" pitchFamily="34" charset="0"/>
                <a:sym typeface="Calibri"/>
              </a:rPr>
              <a:t>A real time dashboard for management reporting to show offers performance.</a:t>
            </a:r>
          </a:p>
        </p:txBody>
      </p:sp>
      <p:pic>
        <p:nvPicPr>
          <p:cNvPr id="118" name="Google Shape;118;p5" descr="Black Scope Icon and Inside Like Sign - Illustration Eps Ten Stock  Illustration - Illustration of crosshair, background: 169596126"/>
          <p:cNvPicPr preferRelativeResize="0"/>
          <p:nvPr/>
        </p:nvPicPr>
        <p:blipFill rotWithShape="1">
          <a:blip r:embed="rId3"/>
          <a:srcRect r="2"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p:spPr>
      </p:pic>
      <p:sp>
        <p:nvSpPr>
          <p:cNvPr id="12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endParaRPr>
          </a:p>
        </p:txBody>
      </p:sp>
      <p:sp>
        <p:nvSpPr>
          <p:cNvPr id="127"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A80F0CA-C8BB-4903-B6C7-608EBB96BF6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50771" y="1225239"/>
            <a:ext cx="5232821" cy="4691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385619" y="431114"/>
            <a:ext cx="10515600" cy="1325563"/>
          </a:xfrm>
          <a:prstGeom prst="rect">
            <a:avLst/>
          </a:prstGeom>
          <a:noFill/>
          <a:ln>
            <a:noFill/>
          </a:ln>
        </p:spPr>
        <p:txBody>
          <a:bodyPr spcFirstLastPara="1" wrap="square" lIns="91425" tIns="45700" rIns="91425" bIns="45700" anchor="ctr" anchorCtr="0">
            <a:normAutofit/>
          </a:bodyPr>
          <a:lstStyle/>
          <a:p>
            <a:pPr marL="457200" marR="0" lvl="1" indent="0" algn="l" rtl="0">
              <a:lnSpc>
                <a:spcPct val="90000"/>
              </a:lnSpc>
              <a:spcBef>
                <a:spcPts val="0"/>
              </a:spcBef>
              <a:spcAft>
                <a:spcPts val="0"/>
              </a:spcAft>
              <a:buNone/>
            </a:pPr>
            <a:r>
              <a:rPr lang="en-US" sz="4000" b="1" dirty="0">
                <a:solidFill>
                  <a:srgbClr val="0B5394"/>
                </a:solidFill>
                <a:latin typeface="Calibri"/>
                <a:ea typeface="Calibri"/>
                <a:cs typeface="Calibri"/>
                <a:sym typeface="Calibri"/>
              </a:rPr>
              <a:t>Business</a:t>
            </a:r>
            <a:r>
              <a:rPr lang="en-US" sz="4000" b="1" dirty="0">
                <a:solidFill>
                  <a:srgbClr val="0B5394"/>
                </a:solidFill>
                <a:latin typeface="Calibri" panose="020F0502020204030204" pitchFamily="34" charset="0"/>
                <a:cs typeface="Calibri" panose="020F0502020204030204" pitchFamily="34" charset="0"/>
                <a:sym typeface="Arial"/>
              </a:rPr>
              <a:t> </a:t>
            </a:r>
            <a:r>
              <a:rPr lang="en-US" sz="4000" b="1" dirty="0">
                <a:solidFill>
                  <a:srgbClr val="0B5394"/>
                </a:solidFill>
                <a:latin typeface="Calibri"/>
                <a:ea typeface="Calibri"/>
                <a:cs typeface="Calibri"/>
                <a:sym typeface="Calibri"/>
              </a:rPr>
              <a:t>Objectives</a:t>
            </a:r>
            <a:endParaRPr lang="en-US" dirty="0">
              <a:solidFill>
                <a:srgbClr val="0B5394"/>
              </a:solidFill>
              <a:latin typeface="Calibri" panose="020F0502020204030204" pitchFamily="34" charset="0"/>
              <a:cs typeface="Calibri" panose="020F0502020204030204" pitchFamily="34" charset="0"/>
            </a:endParaRPr>
          </a:p>
        </p:txBody>
      </p:sp>
      <p:pic>
        <p:nvPicPr>
          <p:cNvPr id="125" name="Google Shape;125;p6" descr="Objectives Icons - Download Free Vector Icons | Noun Project"/>
          <p:cNvPicPr preferRelativeResize="0"/>
          <p:nvPr/>
        </p:nvPicPr>
        <p:blipFill rotWithShape="1">
          <a:blip r:embed="rId3">
            <a:alphaModFix/>
          </a:blip>
          <a:srcRect/>
          <a:stretch/>
        </p:blipFill>
        <p:spPr>
          <a:xfrm>
            <a:off x="9948719" y="141395"/>
            <a:ext cx="1905000" cy="1905000"/>
          </a:xfrm>
          <a:prstGeom prst="rect">
            <a:avLst/>
          </a:prstGeom>
          <a:noFill/>
          <a:ln>
            <a:noFill/>
          </a:ln>
        </p:spPr>
      </p:pic>
      <p:graphicFrame>
        <p:nvGraphicFramePr>
          <p:cNvPr id="127" name="Google Shape;124;p6">
            <a:extLst>
              <a:ext uri="{FF2B5EF4-FFF2-40B4-BE49-F238E27FC236}">
                <a16:creationId xmlns:a16="http://schemas.microsoft.com/office/drawing/2014/main" id="{48241192-BDFF-4817-9873-5BC966D11F6B}"/>
              </a:ext>
            </a:extLst>
          </p:cNvPr>
          <p:cNvGraphicFramePr/>
          <p:nvPr/>
        </p:nvGraphicFramePr>
        <p:xfrm>
          <a:off x="879844" y="2046395"/>
          <a:ext cx="10432312" cy="43766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182D1645-D83F-44E2-8440-B4E35A2ECC41}"/>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532550" y="1197813"/>
            <a:ext cx="5232821" cy="4691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6"/>
        <p:cNvGrpSpPr/>
        <p:nvPr/>
      </p:nvGrpSpPr>
      <p:grpSpPr>
        <a:xfrm>
          <a:off x="0" y="0"/>
          <a:ext cx="0" cy="0"/>
          <a:chOff x="0" y="0"/>
          <a:chExt cx="0" cy="0"/>
        </a:xfrm>
      </p:grpSpPr>
      <p:sp useBgFill="1">
        <p:nvSpPr>
          <p:cNvPr id="141" name="Rectangle 7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7" name="Google Shape;137;p8"/>
          <p:cNvSpPr txBox="1">
            <a:spLocks noGrp="1"/>
          </p:cNvSpPr>
          <p:nvPr>
            <p:ph type="title"/>
          </p:nvPr>
        </p:nvSpPr>
        <p:spPr>
          <a:xfrm>
            <a:off x="572493" y="238539"/>
            <a:ext cx="11018520" cy="1434415"/>
          </a:xfrm>
          <a:prstGeom prst="rect">
            <a:avLst/>
          </a:prstGeom>
        </p:spPr>
        <p:txBody>
          <a:bodyPr spcFirstLastPara="1" lIns="91425" tIns="45700" rIns="91425" bIns="45700" anchor="b" anchorCtr="0">
            <a:normAutofit/>
          </a:bodyPr>
          <a:lstStyle/>
          <a:p>
            <a:pPr marL="457200" lvl="1" indent="0" rtl="0">
              <a:spcBef>
                <a:spcPts val="0"/>
              </a:spcBef>
              <a:spcAft>
                <a:spcPts val="0"/>
              </a:spcAft>
              <a:buNone/>
            </a:pPr>
            <a:r>
              <a:rPr lang="en-US" sz="5400" b="1" dirty="0">
                <a:solidFill>
                  <a:schemeClr val="accent5">
                    <a:lumMod val="75000"/>
                  </a:schemeClr>
                </a:solidFill>
                <a:latin typeface="Calibri" panose="020F0502020204030204" pitchFamily="34" charset="0"/>
                <a:cs typeface="Calibri" panose="020F0502020204030204" pitchFamily="34" charset="0"/>
                <a:sym typeface="Arial"/>
              </a:rPr>
              <a:t>Data Management Plan</a:t>
            </a:r>
            <a:endParaRPr lang="en-US" sz="5400" dirty="0">
              <a:solidFill>
                <a:schemeClr val="accent5">
                  <a:lumMod val="75000"/>
                </a:schemeClr>
              </a:solidFill>
              <a:latin typeface="Calibri" panose="020F0502020204030204" pitchFamily="34" charset="0"/>
              <a:cs typeface="Calibri" panose="020F0502020204030204" pitchFamily="34" charset="0"/>
            </a:endParaRPr>
          </a:p>
        </p:txBody>
      </p:sp>
      <p:sp>
        <p:nvSpPr>
          <p:cNvPr id="14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8" name="Google Shape;138;p8"/>
          <p:cNvSpPr txBox="1">
            <a:spLocks noGrp="1"/>
          </p:cNvSpPr>
          <p:nvPr>
            <p:ph type="body" idx="1"/>
          </p:nvPr>
        </p:nvSpPr>
        <p:spPr>
          <a:xfrm>
            <a:off x="572493" y="2071315"/>
            <a:ext cx="7582680" cy="4548145"/>
          </a:xfrm>
          <a:prstGeom prst="rect">
            <a:avLst/>
          </a:prstGeom>
        </p:spPr>
        <p:txBody>
          <a:bodyPr spcFirstLastPara="1" lIns="91425" tIns="45700" rIns="91425" bIns="45700" anchor="t" anchorCtr="0">
            <a:normAutofit lnSpcReduction="10000"/>
          </a:bodyPr>
          <a:lstStyle/>
          <a:p>
            <a:pPr marL="0" marR="0" lvl="0" indent="0" rtl="0">
              <a:spcBef>
                <a:spcPts val="0"/>
              </a:spcBef>
              <a:spcAft>
                <a:spcPts val="0"/>
              </a:spcAft>
              <a:buClr>
                <a:schemeClr val="dk1"/>
              </a:buClr>
              <a:buSzPct val="100000"/>
              <a:buNone/>
            </a:pPr>
            <a:r>
              <a:rPr lang="en-US" dirty="0"/>
              <a:t>The Data Management Plan (DMP)  contains the following:</a:t>
            </a:r>
          </a:p>
          <a:p>
            <a:pPr marL="0" marR="0" lvl="0" indent="0" rtl="0">
              <a:spcBef>
                <a:spcPts val="400"/>
              </a:spcBef>
              <a:spcAft>
                <a:spcPts val="0"/>
              </a:spcAft>
              <a:buClr>
                <a:schemeClr val="dk1"/>
              </a:buClr>
              <a:buSzPct val="100000"/>
              <a:buNone/>
            </a:pPr>
            <a:endParaRPr lang="en-US" dirty="0"/>
          </a:p>
          <a:p>
            <a:pPr marL="342900" marR="0" lvl="0" rtl="0">
              <a:spcBef>
                <a:spcPts val="400"/>
              </a:spcBef>
              <a:spcAft>
                <a:spcPts val="0"/>
              </a:spcAft>
              <a:buClr>
                <a:schemeClr val="dk1"/>
              </a:buClr>
              <a:buSzPct val="100000"/>
              <a:buFont typeface="Wingdings" panose="05000000000000000000" pitchFamily="2" charset="2"/>
              <a:buChar char="q"/>
            </a:pPr>
            <a:r>
              <a:rPr lang="en-US" dirty="0"/>
              <a:t>Information about data ( Data source , Data type and format , Data Processing) . </a:t>
            </a:r>
          </a:p>
          <a:p>
            <a:pPr marL="342900" marR="0" lvl="0" rtl="0">
              <a:spcBef>
                <a:spcPts val="400"/>
              </a:spcBef>
              <a:spcAft>
                <a:spcPts val="0"/>
              </a:spcAft>
              <a:buClr>
                <a:schemeClr val="dk1"/>
              </a:buClr>
              <a:buSzPct val="100000"/>
              <a:buFont typeface="Wingdings" panose="05000000000000000000" pitchFamily="2" charset="2"/>
              <a:buChar char="q"/>
            </a:pPr>
            <a:endParaRPr lang="en-US" dirty="0"/>
          </a:p>
          <a:p>
            <a:pPr marL="342900" lvl="0" rtl="0">
              <a:spcBef>
                <a:spcPts val="400"/>
              </a:spcBef>
              <a:spcAft>
                <a:spcPts val="0"/>
              </a:spcAft>
              <a:buClr>
                <a:schemeClr val="dk1"/>
              </a:buClr>
              <a:buSzPct val="100000"/>
              <a:buFont typeface="Wingdings" panose="05000000000000000000" pitchFamily="2" charset="2"/>
              <a:buChar char="q"/>
            </a:pPr>
            <a:r>
              <a:rPr lang="en-US" dirty="0"/>
              <a:t>Metadata, Data Types, and Counts.</a:t>
            </a:r>
          </a:p>
          <a:p>
            <a:pPr marL="432435" lvl="0" rtl="0">
              <a:spcBef>
                <a:spcPts val="400"/>
              </a:spcBef>
              <a:spcAft>
                <a:spcPts val="0"/>
              </a:spcAft>
              <a:buClr>
                <a:schemeClr val="dk1"/>
              </a:buClr>
              <a:buSzPct val="100000"/>
              <a:buFont typeface="Wingdings" panose="05000000000000000000" pitchFamily="2" charset="2"/>
              <a:buChar char="q"/>
            </a:pPr>
            <a:endParaRPr lang="en-US" dirty="0"/>
          </a:p>
          <a:p>
            <a:pPr marL="342900" lvl="0" rtl="0">
              <a:spcBef>
                <a:spcPts val="400"/>
              </a:spcBef>
              <a:spcAft>
                <a:spcPts val="0"/>
              </a:spcAft>
              <a:buClr>
                <a:schemeClr val="dk1"/>
              </a:buClr>
              <a:buSzPct val="100000"/>
              <a:buFont typeface="Wingdings" panose="05000000000000000000" pitchFamily="2" charset="2"/>
              <a:buChar char="q"/>
            </a:pPr>
            <a:r>
              <a:rPr lang="en-US" dirty="0"/>
              <a:t>Policies for access, sharing &amp; reuse.</a:t>
            </a:r>
          </a:p>
          <a:p>
            <a:pPr marL="342900" lvl="0" rtl="0">
              <a:spcBef>
                <a:spcPts val="400"/>
              </a:spcBef>
              <a:spcAft>
                <a:spcPts val="0"/>
              </a:spcAft>
              <a:buClr>
                <a:schemeClr val="dk1"/>
              </a:buClr>
              <a:buSzPct val="100000"/>
              <a:buFont typeface="Wingdings" panose="05000000000000000000" pitchFamily="2" charset="2"/>
              <a:buChar char="q"/>
            </a:pPr>
            <a:endParaRPr lang="en-US" dirty="0"/>
          </a:p>
          <a:p>
            <a:pPr marL="342900" lvl="0" rtl="0">
              <a:spcBef>
                <a:spcPts val="400"/>
              </a:spcBef>
              <a:spcAft>
                <a:spcPts val="0"/>
              </a:spcAft>
              <a:buClr>
                <a:schemeClr val="dk1"/>
              </a:buClr>
              <a:buSzPct val="100000"/>
              <a:buFont typeface="Wingdings" panose="05000000000000000000" pitchFamily="2" charset="2"/>
              <a:buChar char="q"/>
            </a:pPr>
            <a:r>
              <a:rPr lang="en-US" dirty="0"/>
              <a:t>Data storage  and ethics.</a:t>
            </a:r>
          </a:p>
        </p:txBody>
      </p:sp>
      <p:pic>
        <p:nvPicPr>
          <p:cNvPr id="139" name="Google Shape;139;p8" descr="Management Icon Vector Isolated On White Background, Management Transparent  Sign Royalty Free Cliparts, Vectors, And Stock Illustration. Image  106873032."/>
          <p:cNvPicPr preferRelativeResize="0"/>
          <p:nvPr/>
        </p:nvPicPr>
        <p:blipFill rotWithShape="1">
          <a:blip r:embed="rId3"/>
          <a:srcRect r="3793" b="-2"/>
          <a:stretch/>
        </p:blipFill>
        <p:spPr>
          <a:xfrm>
            <a:off x="8280104" y="2280181"/>
            <a:ext cx="3582785" cy="372410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3"/>
        <p:cNvGrpSpPr/>
        <p:nvPr/>
      </p:nvGrpSpPr>
      <p:grpSpPr>
        <a:xfrm>
          <a:off x="0" y="0"/>
          <a:ext cx="0" cy="0"/>
          <a:chOff x="0" y="0"/>
          <a:chExt cx="0" cy="0"/>
        </a:xfrm>
      </p:grpSpPr>
      <p:sp useBgFill="1">
        <p:nvSpPr>
          <p:cNvPr id="153" name="Rectangle 86">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44" name="Google Shape;144;p9"/>
          <p:cNvSpPr txBox="1">
            <a:spLocks noGrp="1"/>
          </p:cNvSpPr>
          <p:nvPr>
            <p:ph type="title"/>
          </p:nvPr>
        </p:nvSpPr>
        <p:spPr>
          <a:xfrm>
            <a:off x="572493" y="238539"/>
            <a:ext cx="11047013" cy="1434415"/>
          </a:xfrm>
          <a:prstGeom prst="rect">
            <a:avLst/>
          </a:prstGeom>
        </p:spPr>
        <p:txBody>
          <a:bodyPr spcFirstLastPara="1" lIns="91425" tIns="45700" rIns="91425" bIns="45700" anchor="b" anchorCtr="0">
            <a:normAutofit/>
          </a:bodyPr>
          <a:lstStyle/>
          <a:p>
            <a:pPr marL="457200" lvl="1" indent="0" rtl="0">
              <a:spcBef>
                <a:spcPts val="0"/>
              </a:spcBef>
              <a:spcAft>
                <a:spcPts val="0"/>
              </a:spcAft>
              <a:buNone/>
            </a:pPr>
            <a:r>
              <a:rPr lang="en-US" sz="5400" b="1" dirty="0">
                <a:solidFill>
                  <a:schemeClr val="accent5">
                    <a:lumMod val="75000"/>
                  </a:schemeClr>
                </a:solidFill>
                <a:latin typeface="Calibri" panose="020F0502020204030204" pitchFamily="34" charset="0"/>
                <a:cs typeface="Calibri" panose="020F0502020204030204" pitchFamily="34" charset="0"/>
                <a:sym typeface="Arial"/>
              </a:rPr>
              <a:t>Information about data</a:t>
            </a:r>
            <a:endParaRPr lang="en-US" sz="5400" dirty="0">
              <a:solidFill>
                <a:schemeClr val="accent5">
                  <a:lumMod val="75000"/>
                </a:schemeClr>
              </a:solidFill>
              <a:latin typeface="Calibri" panose="020F0502020204030204" pitchFamily="34" charset="0"/>
              <a:cs typeface="Calibri" panose="020F0502020204030204" pitchFamily="34" charset="0"/>
            </a:endParaRPr>
          </a:p>
        </p:txBody>
      </p:sp>
      <p:sp>
        <p:nvSpPr>
          <p:cNvPr id="154"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pic>
        <p:nvPicPr>
          <p:cNvPr id="146" name="Google Shape;146;p9" descr="Information Symbol Vector Icon Illustration Information Sign Vector Icon  Stock Illustration - Download Image Now - iStock"/>
          <p:cNvPicPr preferRelativeResize="0"/>
          <p:nvPr/>
        </p:nvPicPr>
        <p:blipFill rotWithShape="1">
          <a:blip r:embed="rId3"/>
          <a:srcRect l="2800" r="2942" b="1"/>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a:noFill/>
        </p:spPr>
      </p:pic>
      <p:sp>
        <p:nvSpPr>
          <p:cNvPr id="145" name="Google Shape;145;p9"/>
          <p:cNvSpPr txBox="1">
            <a:spLocks noGrp="1"/>
          </p:cNvSpPr>
          <p:nvPr>
            <p:ph type="body" idx="1"/>
          </p:nvPr>
        </p:nvSpPr>
        <p:spPr>
          <a:xfrm>
            <a:off x="4072270" y="2071316"/>
            <a:ext cx="7547237" cy="4114800"/>
          </a:xfrm>
          <a:prstGeom prst="rect">
            <a:avLst/>
          </a:prstGeom>
        </p:spPr>
        <p:txBody>
          <a:bodyPr spcFirstLastPara="1" lIns="91425" tIns="45700" rIns="91425" bIns="45700" anchor="t" anchorCtr="0">
            <a:normAutofit/>
          </a:bodyPr>
          <a:lstStyle/>
          <a:p>
            <a:pPr marL="89535" lvl="0" indent="-140335" rtl="0">
              <a:spcBef>
                <a:spcPts val="800"/>
              </a:spcBef>
              <a:spcAft>
                <a:spcPts val="0"/>
              </a:spcAft>
              <a:buClr>
                <a:schemeClr val="dk1"/>
              </a:buClr>
              <a:buSzPct val="100000"/>
              <a:buChar char="•"/>
            </a:pPr>
            <a:r>
              <a:rPr lang="en-US" dirty="0"/>
              <a:t>The source of data will be the reliable set of transactions data from Retail store/ Supermarket’s point of sales or  extracting from API as MS access file (.</a:t>
            </a:r>
            <a:r>
              <a:rPr lang="en-US" dirty="0" err="1"/>
              <a:t>accdb</a:t>
            </a:r>
            <a:r>
              <a:rPr lang="en-US" dirty="0"/>
              <a:t>).</a:t>
            </a:r>
          </a:p>
          <a:p>
            <a:pPr marL="89535" lvl="0" indent="50164" rtl="0">
              <a:spcBef>
                <a:spcPts val="400"/>
              </a:spcBef>
              <a:spcAft>
                <a:spcPts val="0"/>
              </a:spcAft>
              <a:buClr>
                <a:schemeClr val="dk1"/>
              </a:buClr>
              <a:buSzPts val="550"/>
              <a:buNone/>
            </a:pPr>
            <a:endParaRPr lang="en-US" dirty="0"/>
          </a:p>
          <a:p>
            <a:pPr marL="89535" lvl="0" indent="-140335" rtl="0">
              <a:spcBef>
                <a:spcPts val="400"/>
              </a:spcBef>
              <a:spcAft>
                <a:spcPts val="0"/>
              </a:spcAft>
              <a:buClr>
                <a:schemeClr val="dk1"/>
              </a:buClr>
              <a:buSzPct val="100000"/>
              <a:buChar char="•"/>
            </a:pPr>
            <a:r>
              <a:rPr lang="en-US" dirty="0"/>
              <a:t>Dataset divided into the following :</a:t>
            </a:r>
          </a:p>
          <a:p>
            <a:pPr marL="0" lvl="0" indent="0" rtl="0">
              <a:spcBef>
                <a:spcPts val="400"/>
              </a:spcBef>
              <a:spcAft>
                <a:spcPts val="0"/>
              </a:spcAft>
              <a:buClr>
                <a:schemeClr val="dk1"/>
              </a:buClr>
              <a:buSzPts val="550"/>
              <a:buNone/>
            </a:pPr>
            <a:endParaRPr lang="en-US" dirty="0"/>
          </a:p>
          <a:p>
            <a:pPr marL="0" lvl="0" indent="0" rtl="0">
              <a:spcBef>
                <a:spcPts val="400"/>
              </a:spcBef>
              <a:spcAft>
                <a:spcPts val="0"/>
              </a:spcAft>
              <a:buClr>
                <a:schemeClr val="dk1"/>
              </a:buClr>
              <a:buSzPts val="550"/>
              <a:buNone/>
            </a:pPr>
            <a:r>
              <a:rPr lang="en-US" dirty="0"/>
              <a:t>   </a:t>
            </a:r>
            <a:r>
              <a:rPr lang="en-US" b="1" dirty="0"/>
              <a:t>Client Data , Products Data, Customers Data and Transaction Data </a:t>
            </a:r>
            <a:endParaRPr lang="en-US" dirty="0"/>
          </a:p>
          <a:p>
            <a:pPr marL="0" lvl="0" indent="0" rtl="0">
              <a:spcBef>
                <a:spcPts val="400"/>
              </a:spcBef>
              <a:spcAft>
                <a:spcPts val="0"/>
              </a:spcAft>
              <a:buClr>
                <a:schemeClr val="dk1"/>
              </a:buClr>
              <a:buSzPct val="100000"/>
              <a:buNone/>
            </a:pPr>
            <a:endParaRPr lang="en-US" dirty="0"/>
          </a:p>
          <a:p>
            <a:pPr marL="89535" lvl="0" indent="75565" rtl="0">
              <a:spcBef>
                <a:spcPts val="400"/>
              </a:spcBef>
              <a:spcAft>
                <a:spcPts val="0"/>
              </a:spcAft>
              <a:buClr>
                <a:schemeClr val="dk1"/>
              </a:buClr>
              <a:buSzPct val="100000"/>
              <a:buNone/>
            </a:pPr>
            <a:endParaRPr lang="en-US" dirty="0"/>
          </a:p>
          <a:p>
            <a:pPr marL="0" lvl="0" indent="0" rtl="0">
              <a:spcBef>
                <a:spcPts val="400"/>
              </a:spcBef>
              <a:spcAft>
                <a:spcPts val="0"/>
              </a:spcAft>
              <a:buClr>
                <a:schemeClr val="dk1"/>
              </a:buClr>
              <a:buSzPct val="100000"/>
              <a:buNone/>
            </a:pPr>
            <a:endParaRPr lang="en-US" dirty="0"/>
          </a:p>
          <a:p>
            <a:pPr marL="9525" marR="0" lvl="0" indent="0" rtl="0">
              <a:spcBef>
                <a:spcPts val="400"/>
              </a:spcBef>
              <a:spcAft>
                <a:spcPts val="0"/>
              </a:spcAft>
              <a:buClr>
                <a:schemeClr val="dk1"/>
              </a:buClr>
              <a:buSzPct val="100000"/>
              <a:buNone/>
            </a:pPr>
            <a:endParaRPr lang="en-US" i="1" dirty="0"/>
          </a:p>
          <a:p>
            <a:pPr marL="9525" marR="0" lvl="0" indent="0" rtl="0">
              <a:spcBef>
                <a:spcPts val="800"/>
              </a:spcBef>
              <a:spcAft>
                <a:spcPts val="0"/>
              </a:spcAft>
              <a:buClr>
                <a:schemeClr val="dk1"/>
              </a:buClr>
              <a:buSzPct val="100000"/>
              <a:buNone/>
            </a:pPr>
            <a:endParaRPr lang="en-US" i="1" dirty="0"/>
          </a:p>
          <a:p>
            <a:pPr marL="0" marR="0" lvl="0" indent="0" rtl="0">
              <a:spcBef>
                <a:spcPts val="800"/>
              </a:spcBef>
              <a:spcAft>
                <a:spcPts val="0"/>
              </a:spcAft>
              <a:buClr>
                <a:schemeClr val="dk1"/>
              </a:buClr>
              <a:buSzPct val="100000"/>
              <a:buNone/>
            </a:pPr>
            <a:endParaRPr lang="en-US" dirty="0"/>
          </a:p>
          <a:p>
            <a:pPr marL="0" marR="0" lvl="0" indent="0" rtl="0">
              <a:spcBef>
                <a:spcPts val="400"/>
              </a:spcBef>
              <a:spcAft>
                <a:spcPts val="0"/>
              </a:spcAft>
              <a:buClr>
                <a:schemeClr val="dk1"/>
              </a:buClr>
              <a:buSzPct val="100000"/>
              <a:buNone/>
            </a:pPr>
            <a:endParaRPr lang="en-US" b="1" dirty="0"/>
          </a:p>
          <a:p>
            <a:pPr marL="0" marR="0" lvl="0" indent="0" rtl="0">
              <a:spcBef>
                <a:spcPts val="400"/>
              </a:spcBef>
              <a:spcAft>
                <a:spcPts val="0"/>
              </a:spcAft>
              <a:buClr>
                <a:schemeClr val="dk1"/>
              </a:buClr>
              <a:buSzPct val="100000"/>
              <a:buNone/>
            </a:pPr>
            <a:endParaRPr lang="en-US" b="1" dirty="0"/>
          </a:p>
          <a:p>
            <a:pPr marL="0" lvl="0" indent="0" rtl="0">
              <a:spcBef>
                <a:spcPts val="400"/>
              </a:spcBef>
              <a:spcAft>
                <a:spcPts val="0"/>
              </a:spcAft>
              <a:buClr>
                <a:schemeClr val="dk1"/>
              </a:buClr>
              <a:buSzPct val="100000"/>
              <a:buNone/>
            </a:pPr>
            <a:endParaRPr lang="en-US" b="1" dirty="0"/>
          </a:p>
          <a:p>
            <a:pPr marL="89535" lvl="0" indent="24764" rtl="0">
              <a:spcBef>
                <a:spcPts val="400"/>
              </a:spcBef>
              <a:spcAft>
                <a:spcPts val="0"/>
              </a:spcAft>
              <a:buClr>
                <a:schemeClr val="dk1"/>
              </a:buClr>
              <a:buSzPct val="100000"/>
              <a:buNone/>
            </a:pPr>
            <a:endParaRPr lang="en-US" b="1" dirty="0">
              <a:latin typeface="Calibri" panose="020F0502020204030204" pitchFamily="34" charset="0"/>
              <a:ea typeface="Arial"/>
              <a:cs typeface="Calibri" panose="020F0502020204030204" pitchFamily="34" charset="0"/>
              <a:sym typeface="Arial"/>
            </a:endParaRPr>
          </a:p>
          <a:p>
            <a:pPr marL="0" lvl="0" indent="0" rtl="0">
              <a:spcBef>
                <a:spcPts val="1400"/>
              </a:spcBef>
              <a:spcAft>
                <a:spcPts val="0"/>
              </a:spcAft>
              <a:buClr>
                <a:schemeClr val="dk1"/>
              </a:buClr>
              <a:buSzPct val="100000"/>
              <a:buNone/>
            </a:pPr>
            <a:endParaRPr lang="en-US" dirty="0">
              <a:latin typeface="Calibri" panose="020F0502020204030204" pitchFamily="34" charset="0"/>
              <a:ea typeface="Arial"/>
              <a:cs typeface="Calibri" panose="020F0502020204030204" pitchFamily="34"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284018" y="365124"/>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Information about data</a:t>
            </a:r>
            <a:endParaRPr dirty="0">
              <a:solidFill>
                <a:srgbClr val="0B5394"/>
              </a:solidFill>
              <a:latin typeface="Calibri" panose="020F0502020204030204" pitchFamily="34" charset="0"/>
              <a:cs typeface="Calibri" panose="020F0502020204030204" pitchFamily="34" charset="0"/>
            </a:endParaRPr>
          </a:p>
        </p:txBody>
      </p:sp>
      <p:sp>
        <p:nvSpPr>
          <p:cNvPr id="152" name="Google Shape;152;p10"/>
          <p:cNvSpPr txBox="1">
            <a:spLocks noGrp="1"/>
          </p:cNvSpPr>
          <p:nvPr>
            <p:ph type="body" idx="1"/>
          </p:nvPr>
        </p:nvSpPr>
        <p:spPr>
          <a:xfrm>
            <a:off x="284018" y="1690687"/>
            <a:ext cx="11464637" cy="4434011"/>
          </a:xfrm>
          <a:prstGeom prst="rect">
            <a:avLst/>
          </a:prstGeom>
          <a:noFill/>
          <a:ln>
            <a:noFill/>
          </a:ln>
        </p:spPr>
        <p:txBody>
          <a:bodyPr spcFirstLastPara="1" wrap="square" lIns="91425" tIns="45700" rIns="91425" bIns="45700" anchor="t" anchorCtr="0">
            <a:normAutofit/>
          </a:bodyPr>
          <a:lstStyle/>
          <a:p>
            <a:pPr marL="0" lvl="0" indent="0" algn="just" rtl="0">
              <a:lnSpc>
                <a:spcPct val="125000"/>
              </a:lnSpc>
              <a:spcBef>
                <a:spcPts val="0"/>
              </a:spcBef>
              <a:spcAft>
                <a:spcPts val="0"/>
              </a:spcAft>
              <a:buClr>
                <a:schemeClr val="dk1"/>
              </a:buClr>
              <a:buSzPts val="2200"/>
              <a:buNone/>
            </a:pPr>
            <a:r>
              <a:rPr lang="en-US" sz="2200"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Client Data</a:t>
            </a:r>
            <a:endParaRPr sz="2600" dirty="0">
              <a:latin typeface="Calibri" panose="020F0502020204030204" pitchFamily="34" charset="0"/>
              <a:cs typeface="Calibri" panose="020F0502020204030204" pitchFamily="34" charset="0"/>
            </a:endParaRPr>
          </a:p>
          <a:p>
            <a:pPr marL="89535" lvl="0" indent="75565" algn="just" rtl="0">
              <a:lnSpc>
                <a:spcPct val="125000"/>
              </a:lnSpc>
              <a:spcBef>
                <a:spcPts val="400"/>
              </a:spcBef>
              <a:spcAft>
                <a:spcPts val="0"/>
              </a:spcAft>
              <a:buClr>
                <a:schemeClr val="dk1"/>
              </a:buClr>
              <a:buSzPts val="2600"/>
              <a:buNone/>
            </a:pPr>
            <a:endParaRPr sz="2600" dirty="0">
              <a:latin typeface="Calibri" panose="020F0502020204030204" pitchFamily="34" charset="0"/>
              <a:cs typeface="Calibri" panose="020F0502020204030204" pitchFamily="34" charset="0"/>
            </a:endParaRPr>
          </a:p>
          <a:p>
            <a:pPr marL="0" lvl="0" indent="0" algn="just" rtl="0">
              <a:lnSpc>
                <a:spcPct val="125000"/>
              </a:lnSpc>
              <a:spcBef>
                <a:spcPts val="400"/>
              </a:spcBef>
              <a:spcAft>
                <a:spcPts val="0"/>
              </a:spcAft>
              <a:buClr>
                <a:schemeClr val="dk1"/>
              </a:buClr>
              <a:buSzPts val="4600"/>
              <a:buNone/>
            </a:pPr>
            <a:endParaRPr sz="4600" dirty="0">
              <a:latin typeface="Calibri" panose="020F0502020204030204" pitchFamily="34" charset="0"/>
              <a:cs typeface="Calibri" panose="020F0502020204030204" pitchFamily="34" charset="0"/>
            </a:endParaRPr>
          </a:p>
          <a:p>
            <a:pPr marL="9525" marR="0" lvl="0" indent="0" algn="just" rtl="0">
              <a:lnSpc>
                <a:spcPct val="90000"/>
              </a:lnSpc>
              <a:spcBef>
                <a:spcPts val="400"/>
              </a:spcBef>
              <a:spcAft>
                <a:spcPts val="0"/>
              </a:spcAft>
              <a:buClr>
                <a:schemeClr val="dk1"/>
              </a:buClr>
              <a:buSzPts val="2500"/>
              <a:buNone/>
            </a:pPr>
            <a:endParaRPr sz="2500" i="1" dirty="0">
              <a:latin typeface="Calibri" panose="020F0502020204030204" pitchFamily="34" charset="0"/>
              <a:cs typeface="Calibri" panose="020F0502020204030204" pitchFamily="34" charset="0"/>
            </a:endParaRPr>
          </a:p>
          <a:p>
            <a:pPr marL="9525" marR="0" lvl="0" indent="0" algn="just" rtl="0">
              <a:lnSpc>
                <a:spcPct val="90000"/>
              </a:lnSpc>
              <a:spcBef>
                <a:spcPts val="800"/>
              </a:spcBef>
              <a:spcAft>
                <a:spcPts val="0"/>
              </a:spcAft>
              <a:buClr>
                <a:schemeClr val="dk1"/>
              </a:buClr>
              <a:buSzPts val="2500"/>
              <a:buNone/>
            </a:pPr>
            <a:endParaRPr sz="2500" i="1" dirty="0">
              <a:latin typeface="Calibri" panose="020F0502020204030204" pitchFamily="34" charset="0"/>
              <a:cs typeface="Calibri" panose="020F0502020204030204" pitchFamily="34" charset="0"/>
            </a:endParaRPr>
          </a:p>
          <a:p>
            <a:pPr marL="0" marR="0" lvl="0" indent="0" algn="just" rtl="0">
              <a:lnSpc>
                <a:spcPct val="115000"/>
              </a:lnSpc>
              <a:spcBef>
                <a:spcPts val="800"/>
              </a:spcBef>
              <a:spcAft>
                <a:spcPts val="0"/>
              </a:spcAft>
              <a:buClr>
                <a:schemeClr val="dk1"/>
              </a:buClr>
              <a:buSzPts val="2400"/>
              <a:buNone/>
            </a:pPr>
            <a:endParaRPr sz="2400" dirty="0">
              <a:latin typeface="Calibri" panose="020F0502020204030204" pitchFamily="34" charset="0"/>
              <a:cs typeface="Calibri" panose="020F0502020204030204" pitchFamily="34" charset="0"/>
            </a:endParaRPr>
          </a:p>
          <a:p>
            <a:pPr marL="0" marR="0" lvl="0" indent="0" algn="just" rtl="0">
              <a:lnSpc>
                <a:spcPct val="115000"/>
              </a:lnSpc>
              <a:spcBef>
                <a:spcPts val="400"/>
              </a:spcBef>
              <a:spcAft>
                <a:spcPts val="0"/>
              </a:spcAft>
              <a:buClr>
                <a:schemeClr val="dk1"/>
              </a:buClr>
              <a:buSzPts val="2400"/>
              <a:buNone/>
            </a:pPr>
            <a:endParaRPr sz="2400" b="1" dirty="0">
              <a:latin typeface="Calibri" panose="020F0502020204030204" pitchFamily="34" charset="0"/>
              <a:cs typeface="Calibri" panose="020F0502020204030204" pitchFamily="34" charset="0"/>
            </a:endParaRPr>
          </a:p>
          <a:p>
            <a:pPr marL="0" marR="0" lvl="0" indent="0" algn="just" rtl="0">
              <a:lnSpc>
                <a:spcPct val="115000"/>
              </a:lnSpc>
              <a:spcBef>
                <a:spcPts val="400"/>
              </a:spcBef>
              <a:spcAft>
                <a:spcPts val="0"/>
              </a:spcAft>
              <a:buClr>
                <a:schemeClr val="dk1"/>
              </a:buClr>
              <a:buSzPts val="2400"/>
              <a:buNone/>
            </a:pPr>
            <a:endParaRPr sz="2400" b="1" dirty="0">
              <a:latin typeface="Calibri" panose="020F0502020204030204" pitchFamily="34" charset="0"/>
              <a:cs typeface="Calibri" panose="020F0502020204030204" pitchFamily="34" charset="0"/>
            </a:endParaRPr>
          </a:p>
          <a:p>
            <a:pPr marL="0" lvl="0" indent="0" algn="just" rtl="0">
              <a:lnSpc>
                <a:spcPct val="115000"/>
              </a:lnSpc>
              <a:spcBef>
                <a:spcPts val="400"/>
              </a:spcBef>
              <a:spcAft>
                <a:spcPts val="0"/>
              </a:spcAft>
              <a:buClr>
                <a:schemeClr val="dk1"/>
              </a:buClr>
              <a:buSzPts val="2400"/>
              <a:buNone/>
            </a:pPr>
            <a:endParaRPr sz="2400" b="1" dirty="0">
              <a:latin typeface="Calibri" panose="020F0502020204030204" pitchFamily="34" charset="0"/>
              <a:cs typeface="Calibri" panose="020F0502020204030204" pitchFamily="34" charset="0"/>
            </a:endParaRPr>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153" name="Google Shape;153;p10" descr="Information Symbol Vector Icon Illustration Information Sign Vector Icon  Stock Illustration - Download Image Now - iStock"/>
          <p:cNvPicPr preferRelativeResize="0"/>
          <p:nvPr/>
        </p:nvPicPr>
        <p:blipFill rotWithShape="1">
          <a:blip r:embed="rId3">
            <a:alphaModFix/>
          </a:blip>
          <a:srcRect/>
          <a:stretch/>
        </p:blipFill>
        <p:spPr>
          <a:xfrm>
            <a:off x="10048875" y="0"/>
            <a:ext cx="2143125" cy="2143125"/>
          </a:xfrm>
          <a:prstGeom prst="rect">
            <a:avLst/>
          </a:prstGeom>
          <a:noFill/>
          <a:ln>
            <a:noFill/>
          </a:ln>
        </p:spPr>
      </p:pic>
      <p:graphicFrame>
        <p:nvGraphicFramePr>
          <p:cNvPr id="154" name="Google Shape;154;p10"/>
          <p:cNvGraphicFramePr/>
          <p:nvPr/>
        </p:nvGraphicFramePr>
        <p:xfrm>
          <a:off x="612601" y="3016250"/>
          <a:ext cx="2630200" cy="2375800"/>
        </p:xfrm>
        <a:graphic>
          <a:graphicData uri="http://schemas.openxmlformats.org/drawingml/2006/table">
            <a:tbl>
              <a:tblPr firstRow="1" firstCol="1" bandRow="1">
                <a:noFill/>
                <a:tableStyleId>{75592B14-1026-4104-8EF3-C03927DEC059}</a:tableStyleId>
              </a:tblPr>
              <a:tblGrid>
                <a:gridCol w="1745050">
                  <a:extLst>
                    <a:ext uri="{9D8B030D-6E8A-4147-A177-3AD203B41FA5}">
                      <a16:colId xmlns:a16="http://schemas.microsoft.com/office/drawing/2014/main" val="20000"/>
                    </a:ext>
                  </a:extLst>
                </a:gridCol>
                <a:gridCol w="885150">
                  <a:extLst>
                    <a:ext uri="{9D8B030D-6E8A-4147-A177-3AD203B41FA5}">
                      <a16:colId xmlns:a16="http://schemas.microsoft.com/office/drawing/2014/main" val="20001"/>
                    </a:ext>
                  </a:extLst>
                </a:gridCol>
              </a:tblGrid>
              <a:tr h="339400">
                <a:tc gridSpan="2">
                  <a:txBody>
                    <a:bodyPr/>
                    <a:lstStyle/>
                    <a:p>
                      <a:pPr marL="0" marR="0" lvl="0" indent="0" algn="ctr" rtl="0">
                        <a:spcBef>
                          <a:spcPts val="0"/>
                        </a:spcBef>
                        <a:spcAft>
                          <a:spcPts val="0"/>
                        </a:spcAft>
                        <a:buNone/>
                      </a:pPr>
                      <a:r>
                        <a:rPr lang="en-US" sz="1800" u="none" strike="noStrike" cap="none" dirty="0"/>
                        <a:t>Our client</a:t>
                      </a:r>
                      <a:endParaRPr sz="18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339400">
                <a:tc>
                  <a:txBody>
                    <a:bodyPr/>
                    <a:lstStyle/>
                    <a:p>
                      <a:pPr marL="0" marR="0" lvl="0" indent="0" algn="l" rtl="0">
                        <a:spcBef>
                          <a:spcPts val="0"/>
                        </a:spcBef>
                        <a:spcAft>
                          <a:spcPts val="0"/>
                        </a:spcAft>
                        <a:buNone/>
                      </a:pPr>
                      <a:r>
                        <a:rPr lang="en-US" sz="1400" u="none" strike="noStrike" cap="none" dirty="0" err="1"/>
                        <a:t>Client_Id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1"/>
                  </a:ext>
                </a:extLst>
              </a:tr>
              <a:tr h="339400">
                <a:tc>
                  <a:txBody>
                    <a:bodyPr/>
                    <a:lstStyle/>
                    <a:p>
                      <a:pPr marL="0" marR="0" lvl="0" indent="0" algn="l" rtl="0">
                        <a:spcBef>
                          <a:spcPts val="0"/>
                        </a:spcBef>
                        <a:spcAft>
                          <a:spcPts val="0"/>
                        </a:spcAft>
                        <a:buNone/>
                      </a:pPr>
                      <a:r>
                        <a:rPr lang="en-US" sz="1400" u="none" strike="noStrike" cap="none" dirty="0"/>
                        <a:t>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2"/>
                  </a:ext>
                </a:extLst>
              </a:tr>
              <a:tr h="339400">
                <a:tc>
                  <a:txBody>
                    <a:bodyPr/>
                    <a:lstStyle/>
                    <a:p>
                      <a:pPr marL="0" marR="0" lvl="0" indent="0" algn="l" rtl="0">
                        <a:spcBef>
                          <a:spcPts val="0"/>
                        </a:spcBef>
                        <a:spcAft>
                          <a:spcPts val="0"/>
                        </a:spcAft>
                        <a:buNone/>
                      </a:pPr>
                      <a:r>
                        <a:rPr lang="en-US" sz="1400" u="none" strike="noStrike" cap="none" dirty="0"/>
                        <a:t>Location</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3"/>
                  </a:ext>
                </a:extLst>
              </a:tr>
              <a:tr h="339400">
                <a:tc>
                  <a:txBody>
                    <a:bodyPr/>
                    <a:lstStyle/>
                    <a:p>
                      <a:pPr marL="0" marR="0" lvl="0" indent="0" algn="l" rtl="0">
                        <a:spcBef>
                          <a:spcPts val="0"/>
                        </a:spcBef>
                        <a:spcAft>
                          <a:spcPts val="0"/>
                        </a:spcAft>
                        <a:buNone/>
                      </a:pPr>
                      <a:r>
                        <a:rPr lang="en-US" sz="1400" u="none" strike="noStrike" cap="none" dirty="0" err="1"/>
                        <a:t>Branch_Id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4"/>
                  </a:ext>
                </a:extLst>
              </a:tr>
              <a:tr h="339400">
                <a:tc>
                  <a:txBody>
                    <a:bodyPr/>
                    <a:lstStyle/>
                    <a:p>
                      <a:pPr marL="0" marR="0" lvl="0" indent="0" algn="l" rtl="0">
                        <a:spcBef>
                          <a:spcPts val="0"/>
                        </a:spcBef>
                        <a:spcAft>
                          <a:spcPts val="0"/>
                        </a:spcAft>
                        <a:buNone/>
                      </a:pPr>
                      <a:r>
                        <a:rPr lang="en-US" sz="1400" u="none" strike="noStrike" cap="none" dirty="0" err="1"/>
                        <a:t>Branch_Name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5"/>
                  </a:ext>
                </a:extLst>
              </a:tr>
              <a:tr h="339400">
                <a:tc>
                  <a:txBody>
                    <a:bodyPr/>
                    <a:lstStyle/>
                    <a:p>
                      <a:pPr marL="0" marR="0" lvl="0" indent="0" algn="l" rtl="0">
                        <a:spcBef>
                          <a:spcPts val="0"/>
                        </a:spcBef>
                        <a:spcAft>
                          <a:spcPts val="0"/>
                        </a:spcAft>
                        <a:buNone/>
                      </a:pPr>
                      <a:r>
                        <a:rPr lang="en-US" sz="1400" u="none" strike="noStrike" cap="none" dirty="0" err="1"/>
                        <a:t>Branch_Location</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6"/>
                  </a:ext>
                </a:extLst>
              </a:tr>
            </a:tbl>
          </a:graphicData>
        </a:graphic>
      </p:graphicFrame>
      <p:graphicFrame>
        <p:nvGraphicFramePr>
          <p:cNvPr id="155" name="Google Shape;155;p10"/>
          <p:cNvGraphicFramePr/>
          <p:nvPr/>
        </p:nvGraphicFramePr>
        <p:xfrm>
          <a:off x="4826525" y="3016248"/>
          <a:ext cx="2799750" cy="2375800"/>
        </p:xfrm>
        <a:graphic>
          <a:graphicData uri="http://schemas.openxmlformats.org/drawingml/2006/table">
            <a:tbl>
              <a:tblPr firstRow="1" firstCol="1" bandRow="1">
                <a:noFill/>
                <a:tableStyleId>{75592B14-1026-4104-8EF3-C03927DEC059}</a:tableStyleId>
              </a:tblPr>
              <a:tblGrid>
                <a:gridCol w="1541050">
                  <a:extLst>
                    <a:ext uri="{9D8B030D-6E8A-4147-A177-3AD203B41FA5}">
                      <a16:colId xmlns:a16="http://schemas.microsoft.com/office/drawing/2014/main" val="20000"/>
                    </a:ext>
                  </a:extLst>
                </a:gridCol>
                <a:gridCol w="1258700">
                  <a:extLst>
                    <a:ext uri="{9D8B030D-6E8A-4147-A177-3AD203B41FA5}">
                      <a16:colId xmlns:a16="http://schemas.microsoft.com/office/drawing/2014/main" val="20001"/>
                    </a:ext>
                  </a:extLst>
                </a:gridCol>
              </a:tblGrid>
              <a:tr h="339400">
                <a:tc gridSpan="2">
                  <a:txBody>
                    <a:bodyPr/>
                    <a:lstStyle/>
                    <a:p>
                      <a:pPr marL="0" marR="0" lvl="0" indent="0" algn="ctr" rtl="0">
                        <a:spcBef>
                          <a:spcPts val="0"/>
                        </a:spcBef>
                        <a:spcAft>
                          <a:spcPts val="0"/>
                        </a:spcAft>
                        <a:buNone/>
                      </a:pPr>
                      <a:r>
                        <a:rPr lang="en-US" sz="1800" u="none" strike="noStrike" cap="none" dirty="0"/>
                        <a:t>Our client</a:t>
                      </a:r>
                      <a:endParaRPr sz="18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339400">
                <a:tc>
                  <a:txBody>
                    <a:bodyPr/>
                    <a:lstStyle/>
                    <a:p>
                      <a:pPr marL="0" marR="0" lvl="0" indent="0" algn="l" rtl="0">
                        <a:spcBef>
                          <a:spcPts val="0"/>
                        </a:spcBef>
                        <a:spcAft>
                          <a:spcPts val="0"/>
                        </a:spcAft>
                        <a:buNone/>
                      </a:pPr>
                      <a:r>
                        <a:rPr lang="en-US" sz="1400" u="none" strike="noStrike" cap="none" dirty="0" err="1"/>
                        <a:t>Client_Id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12345</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1"/>
                  </a:ext>
                </a:extLst>
              </a:tr>
              <a:tr h="339400">
                <a:tc>
                  <a:txBody>
                    <a:bodyPr/>
                    <a:lstStyle/>
                    <a:p>
                      <a:pPr marL="0" marR="0" lvl="0" indent="0" algn="l" rtl="0">
                        <a:spcBef>
                          <a:spcPts val="0"/>
                        </a:spcBef>
                        <a:spcAft>
                          <a:spcPts val="0"/>
                        </a:spcAft>
                        <a:buNone/>
                      </a:pPr>
                      <a:r>
                        <a:rPr lang="en-US" sz="1400" u="none" strike="noStrike" cap="none" dirty="0"/>
                        <a:t>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Bravo</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2"/>
                  </a:ext>
                </a:extLst>
              </a:tr>
              <a:tr h="339400">
                <a:tc>
                  <a:txBody>
                    <a:bodyPr/>
                    <a:lstStyle/>
                    <a:p>
                      <a:pPr marL="0" marR="0" lvl="0" indent="0" algn="l" rtl="0">
                        <a:spcBef>
                          <a:spcPts val="0"/>
                        </a:spcBef>
                        <a:spcAft>
                          <a:spcPts val="0"/>
                        </a:spcAft>
                        <a:buNone/>
                      </a:pPr>
                      <a:r>
                        <a:rPr lang="en-US" sz="1400" u="none" strike="noStrike" cap="none" dirty="0"/>
                        <a:t>Location</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Ramallah</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3"/>
                  </a:ext>
                </a:extLst>
              </a:tr>
              <a:tr h="339400">
                <a:tc>
                  <a:txBody>
                    <a:bodyPr/>
                    <a:lstStyle/>
                    <a:p>
                      <a:pPr marL="0" marR="0" lvl="0" indent="0" algn="l" rtl="0">
                        <a:spcBef>
                          <a:spcPts val="0"/>
                        </a:spcBef>
                        <a:spcAft>
                          <a:spcPts val="0"/>
                        </a:spcAft>
                        <a:buNone/>
                      </a:pPr>
                      <a:r>
                        <a:rPr lang="en-US" sz="1400" u="none" strike="noStrike" cap="none" dirty="0" err="1"/>
                        <a:t>Branch_Id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12345007</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4"/>
                  </a:ext>
                </a:extLst>
              </a:tr>
              <a:tr h="339400">
                <a:tc>
                  <a:txBody>
                    <a:bodyPr/>
                    <a:lstStyle/>
                    <a:p>
                      <a:pPr marL="0" marR="0" lvl="0" indent="0" algn="l" rtl="0">
                        <a:spcBef>
                          <a:spcPts val="0"/>
                        </a:spcBef>
                        <a:spcAft>
                          <a:spcPts val="0"/>
                        </a:spcAft>
                        <a:buNone/>
                      </a:pPr>
                      <a:r>
                        <a:rPr lang="en-US" sz="1400" u="none" strike="noStrike" cap="none" dirty="0" err="1"/>
                        <a:t>Branch_Name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err="1"/>
                        <a:t>Blaza</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5"/>
                  </a:ext>
                </a:extLst>
              </a:tr>
              <a:tr h="339400">
                <a:tc>
                  <a:txBody>
                    <a:bodyPr/>
                    <a:lstStyle/>
                    <a:p>
                      <a:pPr marL="0" marR="0" lvl="0" indent="0" algn="l" rtl="0">
                        <a:spcBef>
                          <a:spcPts val="0"/>
                        </a:spcBef>
                        <a:spcAft>
                          <a:spcPts val="0"/>
                        </a:spcAft>
                        <a:buNone/>
                      </a:pPr>
                      <a:r>
                        <a:rPr lang="en-US" sz="1400" u="none" strike="noStrike" cap="none" dirty="0" err="1"/>
                        <a:t>Branch_Location</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Nablus Street</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6"/>
                  </a:ext>
                </a:extLst>
              </a:tr>
            </a:tbl>
          </a:graphicData>
        </a:graphic>
      </p:graphicFrame>
      <p:sp>
        <p:nvSpPr>
          <p:cNvPr id="156" name="Google Shape;156;p10"/>
          <p:cNvSpPr txBox="1"/>
          <p:nvPr/>
        </p:nvSpPr>
        <p:spPr>
          <a:xfrm>
            <a:off x="284018" y="1690686"/>
            <a:ext cx="11464500" cy="4360125"/>
          </a:xfrm>
          <a:prstGeom prst="rect">
            <a:avLst/>
          </a:prstGeom>
          <a:noFill/>
          <a:ln>
            <a:noFill/>
          </a:ln>
        </p:spPr>
        <p:txBody>
          <a:bodyPr spcFirstLastPara="1" wrap="square" lIns="91425" tIns="45700" rIns="91425" bIns="45700" anchor="t" anchorCtr="0">
            <a:normAutofit/>
          </a:bodyPr>
          <a:lstStyle/>
          <a:p>
            <a:pPr marL="89535" marR="0" lvl="0" indent="75565" algn="just" rtl="0">
              <a:lnSpc>
                <a:spcPct val="125000"/>
              </a:lnSpc>
              <a:spcBef>
                <a:spcPts val="0"/>
              </a:spcBef>
              <a:spcAft>
                <a:spcPts val="0"/>
              </a:spcAft>
              <a:buClr>
                <a:schemeClr val="dk1"/>
              </a:buClr>
              <a:buSzPts val="2600"/>
              <a:buFont typeface="Arial"/>
              <a:buNone/>
            </a:pPr>
            <a:endParaRPr sz="2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0" marR="0" lvl="0" indent="0" algn="just" rtl="0">
              <a:lnSpc>
                <a:spcPct val="125000"/>
              </a:lnSpc>
              <a:spcBef>
                <a:spcPts val="400"/>
              </a:spcBef>
              <a:spcAft>
                <a:spcPts val="0"/>
              </a:spcAft>
              <a:buClr>
                <a:schemeClr val="dk1"/>
              </a:buClr>
              <a:buSzPts val="4600"/>
              <a:buFont typeface="Arial"/>
              <a:buNone/>
            </a:pPr>
            <a:endParaRPr sz="4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9525" marR="0" lvl="0" indent="0" algn="just" rtl="0">
              <a:lnSpc>
                <a:spcPct val="90000"/>
              </a:lnSpc>
              <a:spcBef>
                <a:spcPts val="400"/>
              </a:spcBef>
              <a:spcAft>
                <a:spcPts val="0"/>
              </a:spcAft>
              <a:buClr>
                <a:schemeClr val="dk1"/>
              </a:buClr>
              <a:buSzPts val="2500"/>
              <a:buFont typeface="Arial"/>
              <a:buNone/>
            </a:pPr>
            <a:endParaRPr sz="2500" b="0" i="1"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9525" marR="0" lvl="0" indent="0" algn="just" rtl="0">
              <a:lnSpc>
                <a:spcPct val="90000"/>
              </a:lnSpc>
              <a:spcBef>
                <a:spcPts val="800"/>
              </a:spcBef>
              <a:spcAft>
                <a:spcPts val="0"/>
              </a:spcAft>
              <a:buClr>
                <a:schemeClr val="dk1"/>
              </a:buClr>
              <a:buSzPts val="2500"/>
              <a:buFont typeface="Arial"/>
              <a:buNone/>
            </a:pPr>
            <a:endParaRPr sz="2500" b="0" i="1"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0" marR="0" lvl="0" indent="0" algn="just" rtl="0">
              <a:lnSpc>
                <a:spcPct val="115000"/>
              </a:lnSpc>
              <a:spcBef>
                <a:spcPts val="800"/>
              </a:spcBef>
              <a:spcAft>
                <a:spcPts val="0"/>
              </a:spcAft>
              <a:buClr>
                <a:schemeClr val="dk1"/>
              </a:buClr>
              <a:buSzPts val="2400"/>
              <a:buFont typeface="Arial"/>
              <a:buNone/>
            </a:pPr>
            <a:endParaRPr sz="24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0" marR="0" lvl="0" indent="0" algn="just" rtl="0">
              <a:lnSpc>
                <a:spcPct val="115000"/>
              </a:lnSpc>
              <a:spcBef>
                <a:spcPts val="400"/>
              </a:spcBef>
              <a:spcAft>
                <a:spcPts val="0"/>
              </a:spcAft>
              <a:buClr>
                <a:schemeClr val="dk1"/>
              </a:buClr>
              <a:buSzPts val="2400"/>
              <a:buFont typeface="Arial"/>
              <a:buNone/>
            </a:pPr>
            <a:endParaRPr sz="2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0" marR="0" lvl="0" indent="0" algn="just" rtl="0">
              <a:lnSpc>
                <a:spcPct val="115000"/>
              </a:lnSpc>
              <a:spcBef>
                <a:spcPts val="400"/>
              </a:spcBef>
              <a:spcAft>
                <a:spcPts val="0"/>
              </a:spcAft>
              <a:buClr>
                <a:schemeClr val="dk1"/>
              </a:buClr>
              <a:buSzPts val="2400"/>
              <a:buFont typeface="Arial"/>
              <a:buNone/>
            </a:pPr>
            <a:endParaRPr sz="2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0" marR="0" lvl="0" indent="0" algn="just" rtl="0">
              <a:lnSpc>
                <a:spcPct val="115000"/>
              </a:lnSpc>
              <a:spcBef>
                <a:spcPts val="400"/>
              </a:spcBef>
              <a:spcAft>
                <a:spcPts val="0"/>
              </a:spcAft>
              <a:buClr>
                <a:schemeClr val="dk1"/>
              </a:buClr>
              <a:buSzPts val="2400"/>
              <a:buFont typeface="Arial"/>
              <a:buNone/>
            </a:pPr>
            <a:endParaRPr sz="2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89535" marR="0" lvl="0" indent="24764" algn="just" rtl="0">
              <a:lnSpc>
                <a:spcPct val="115000"/>
              </a:lnSpc>
              <a:spcBef>
                <a:spcPts val="400"/>
              </a:spcBef>
              <a:spcAft>
                <a:spcPts val="0"/>
              </a:spcAft>
              <a:buClr>
                <a:schemeClr val="dk1"/>
              </a:buClr>
              <a:buSzPts val="1800"/>
              <a:buFont typeface="Arial"/>
              <a:buNone/>
            </a:pPr>
            <a:endParaRPr sz="1800" b="1" i="0" u="none" strike="noStrike" cap="none" dirty="0">
              <a:solidFill>
                <a:schemeClr val="dk1"/>
              </a:solidFill>
              <a:latin typeface="Calibri" panose="020F0502020204030204" pitchFamily="34" charset="0"/>
              <a:cs typeface="Calibri" panose="020F0502020204030204" pitchFamily="34" charset="0"/>
              <a:sym typeface="Arial"/>
            </a:endParaRPr>
          </a:p>
          <a:p>
            <a:pPr marL="0" marR="0" lvl="0" indent="0" algn="l" rtl="0">
              <a:lnSpc>
                <a:spcPct val="90000"/>
              </a:lnSpc>
              <a:spcBef>
                <a:spcPts val="1400"/>
              </a:spcBef>
              <a:spcAft>
                <a:spcPts val="0"/>
              </a:spcAft>
              <a:buClr>
                <a:schemeClr val="dk1"/>
              </a:buClr>
              <a:buSzPts val="2400"/>
              <a:buFont typeface="Arial"/>
              <a:buNone/>
            </a:pPr>
            <a:endParaRPr sz="2400" b="0" i="0" u="none" strike="noStrike" cap="none" dirty="0">
              <a:solidFill>
                <a:schemeClr val="dk1"/>
              </a:solidFill>
              <a:latin typeface="Calibri" panose="020F0502020204030204" pitchFamily="34" charset="0"/>
              <a:cs typeface="Calibri" panose="020F0502020204030204" pitchFamily="34" charset="0"/>
              <a:sym typeface="Arial"/>
            </a:endParaRPr>
          </a:p>
        </p:txBody>
      </p:sp>
      <p:pic>
        <p:nvPicPr>
          <p:cNvPr id="8" name="Picture 7">
            <a:extLst>
              <a:ext uri="{FF2B5EF4-FFF2-40B4-BE49-F238E27FC236}">
                <a16:creationId xmlns:a16="http://schemas.microsoft.com/office/drawing/2014/main" id="{B87CBDDA-5D98-4054-8208-3246572A9FB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12601" y="1213183"/>
            <a:ext cx="5232821" cy="4691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284018" y="365124"/>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Information about data</a:t>
            </a:r>
            <a:endParaRPr dirty="0">
              <a:solidFill>
                <a:srgbClr val="0B5394"/>
              </a:solidFill>
              <a:latin typeface="Calibri" panose="020F0502020204030204" pitchFamily="34" charset="0"/>
              <a:cs typeface="Calibri" panose="020F0502020204030204" pitchFamily="34" charset="0"/>
            </a:endParaRPr>
          </a:p>
        </p:txBody>
      </p:sp>
      <p:sp>
        <p:nvSpPr>
          <p:cNvPr id="162" name="Google Shape;162;p11"/>
          <p:cNvSpPr txBox="1">
            <a:spLocks noGrp="1"/>
          </p:cNvSpPr>
          <p:nvPr>
            <p:ph type="body" idx="1"/>
          </p:nvPr>
        </p:nvSpPr>
        <p:spPr>
          <a:xfrm>
            <a:off x="284018" y="1690687"/>
            <a:ext cx="11464637" cy="4434011"/>
          </a:xfrm>
          <a:prstGeom prst="rect">
            <a:avLst/>
          </a:prstGeom>
          <a:noFill/>
          <a:ln>
            <a:noFill/>
          </a:ln>
        </p:spPr>
        <p:txBody>
          <a:bodyPr spcFirstLastPara="1" wrap="square" lIns="91425" tIns="45700" rIns="91425" bIns="45700" anchor="t" anchorCtr="0">
            <a:normAutofit/>
          </a:bodyPr>
          <a:lstStyle/>
          <a:p>
            <a:pPr marL="0" lvl="0" indent="0" algn="just" rtl="0">
              <a:lnSpc>
                <a:spcPct val="125000"/>
              </a:lnSpc>
              <a:spcBef>
                <a:spcPts val="0"/>
              </a:spcBef>
              <a:spcAft>
                <a:spcPts val="0"/>
              </a:spcAft>
              <a:buClr>
                <a:schemeClr val="dk1"/>
              </a:buClr>
              <a:buSzPts val="2200"/>
              <a:buNone/>
            </a:pPr>
            <a:r>
              <a:rPr lang="en-US" sz="2200" dirty="0"/>
              <a:t> </a:t>
            </a:r>
            <a:r>
              <a:rPr lang="en-US" sz="2200" b="1" dirty="0"/>
              <a:t>Products Data</a:t>
            </a:r>
            <a:endParaRPr sz="2200" b="1" dirty="0"/>
          </a:p>
          <a:p>
            <a:pPr marL="89535" lvl="0" indent="75565" algn="just" rtl="0">
              <a:lnSpc>
                <a:spcPct val="125000"/>
              </a:lnSpc>
              <a:spcBef>
                <a:spcPts val="400"/>
              </a:spcBef>
              <a:spcAft>
                <a:spcPts val="0"/>
              </a:spcAft>
              <a:buClr>
                <a:schemeClr val="dk1"/>
              </a:buClr>
              <a:buSzPts val="2600"/>
              <a:buNone/>
            </a:pPr>
            <a:endParaRPr sz="2600" dirty="0"/>
          </a:p>
          <a:p>
            <a:pPr marL="0" lvl="0" indent="0" algn="just" rtl="0">
              <a:lnSpc>
                <a:spcPct val="125000"/>
              </a:lnSpc>
              <a:spcBef>
                <a:spcPts val="400"/>
              </a:spcBef>
              <a:spcAft>
                <a:spcPts val="0"/>
              </a:spcAft>
              <a:buClr>
                <a:schemeClr val="dk1"/>
              </a:buClr>
              <a:buSzPts val="4600"/>
              <a:buNone/>
            </a:pPr>
            <a:endParaRPr sz="4600" dirty="0"/>
          </a:p>
          <a:p>
            <a:pPr marL="9525" marR="0" lvl="0" indent="0" algn="just" rtl="0">
              <a:lnSpc>
                <a:spcPct val="90000"/>
              </a:lnSpc>
              <a:spcBef>
                <a:spcPts val="400"/>
              </a:spcBef>
              <a:spcAft>
                <a:spcPts val="0"/>
              </a:spcAft>
              <a:buClr>
                <a:schemeClr val="dk1"/>
              </a:buClr>
              <a:buSzPts val="2500"/>
              <a:buNone/>
            </a:pPr>
            <a:endParaRPr sz="2500" i="1" dirty="0"/>
          </a:p>
          <a:p>
            <a:pPr marL="9525" marR="0" lvl="0" indent="0" algn="just" rtl="0">
              <a:lnSpc>
                <a:spcPct val="90000"/>
              </a:lnSpc>
              <a:spcBef>
                <a:spcPts val="80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163" name="Google Shape;163;p11" descr="Information Symbol Vector Icon Illustration Information Sign Vector Icon  Stock Illustration - Download Image Now - iStock"/>
          <p:cNvPicPr preferRelativeResize="0"/>
          <p:nvPr/>
        </p:nvPicPr>
        <p:blipFill rotWithShape="1">
          <a:blip r:embed="rId3">
            <a:alphaModFix/>
          </a:blip>
          <a:srcRect/>
          <a:stretch/>
        </p:blipFill>
        <p:spPr>
          <a:xfrm>
            <a:off x="10048875" y="79786"/>
            <a:ext cx="2143125" cy="2143125"/>
          </a:xfrm>
          <a:prstGeom prst="rect">
            <a:avLst/>
          </a:prstGeom>
          <a:noFill/>
          <a:ln>
            <a:noFill/>
          </a:ln>
        </p:spPr>
      </p:pic>
      <p:graphicFrame>
        <p:nvGraphicFramePr>
          <p:cNvPr id="164" name="Google Shape;164;p11"/>
          <p:cNvGraphicFramePr/>
          <p:nvPr/>
        </p:nvGraphicFramePr>
        <p:xfrm>
          <a:off x="791710" y="2940905"/>
          <a:ext cx="2950725" cy="2692475"/>
        </p:xfrm>
        <a:graphic>
          <a:graphicData uri="http://schemas.openxmlformats.org/drawingml/2006/table">
            <a:tbl>
              <a:tblPr firstRow="1" firstCol="1" bandRow="1">
                <a:noFill/>
                <a:tableStyleId>{75592B14-1026-4104-8EF3-C03927DEC059}</a:tableStyleId>
              </a:tblPr>
              <a:tblGrid>
                <a:gridCol w="1957700">
                  <a:extLst>
                    <a:ext uri="{9D8B030D-6E8A-4147-A177-3AD203B41FA5}">
                      <a16:colId xmlns:a16="http://schemas.microsoft.com/office/drawing/2014/main" val="20000"/>
                    </a:ext>
                  </a:extLst>
                </a:gridCol>
                <a:gridCol w="993025">
                  <a:extLst>
                    <a:ext uri="{9D8B030D-6E8A-4147-A177-3AD203B41FA5}">
                      <a16:colId xmlns:a16="http://schemas.microsoft.com/office/drawing/2014/main" val="20001"/>
                    </a:ext>
                  </a:extLst>
                </a:gridCol>
              </a:tblGrid>
              <a:tr h="424475">
                <a:tc gridSpan="2">
                  <a:txBody>
                    <a:bodyPr/>
                    <a:lstStyle/>
                    <a:p>
                      <a:pPr marL="0" marR="0" lvl="0" indent="0" algn="ctr" rtl="0">
                        <a:spcBef>
                          <a:spcPts val="0"/>
                        </a:spcBef>
                        <a:spcAft>
                          <a:spcPts val="0"/>
                        </a:spcAft>
                        <a:buNone/>
                      </a:pPr>
                      <a:r>
                        <a:rPr lang="en-US" sz="1800" u="none" strike="noStrike" cap="none" dirty="0"/>
                        <a:t>Products</a:t>
                      </a:r>
                      <a:endParaRPr sz="18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83500">
                <a:tc>
                  <a:txBody>
                    <a:bodyPr/>
                    <a:lstStyle/>
                    <a:p>
                      <a:pPr marL="0" marR="0" lvl="0" indent="0" algn="l" rtl="0">
                        <a:spcBef>
                          <a:spcPts val="0"/>
                        </a:spcBef>
                        <a:spcAft>
                          <a:spcPts val="0"/>
                        </a:spcAft>
                        <a:buNone/>
                      </a:pPr>
                      <a:r>
                        <a:rPr lang="en-US" sz="1400" u="none" strike="noStrike" cap="none" dirty="0" err="1"/>
                        <a:t>Product_Id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1"/>
                  </a:ext>
                </a:extLst>
              </a:tr>
              <a:tr h="283500">
                <a:tc>
                  <a:txBody>
                    <a:bodyPr/>
                    <a:lstStyle/>
                    <a:p>
                      <a:pPr marL="0" marR="0" lvl="0" indent="0" algn="l" rtl="0">
                        <a:spcBef>
                          <a:spcPts val="0"/>
                        </a:spcBef>
                        <a:spcAft>
                          <a:spcPts val="0"/>
                        </a:spcAft>
                        <a:buNone/>
                      </a:pPr>
                      <a:r>
                        <a:rPr lang="en-US" sz="1400" u="none" strike="noStrike" cap="none" dirty="0" err="1"/>
                        <a:t>Product_Name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2"/>
                  </a:ext>
                </a:extLst>
              </a:tr>
              <a:tr h="283500">
                <a:tc>
                  <a:txBody>
                    <a:bodyPr/>
                    <a:lstStyle/>
                    <a:p>
                      <a:pPr marL="0" marR="0" lvl="0" indent="0" algn="l" rtl="0">
                        <a:spcBef>
                          <a:spcPts val="0"/>
                        </a:spcBef>
                        <a:spcAft>
                          <a:spcPts val="0"/>
                        </a:spcAft>
                        <a:buNone/>
                      </a:pPr>
                      <a:r>
                        <a:rPr lang="en-US" sz="1400" u="none" strike="noStrike" cap="none" dirty="0" err="1"/>
                        <a:t>Branch_Id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3"/>
                  </a:ext>
                </a:extLst>
              </a:tr>
              <a:tr h="283500">
                <a:tc>
                  <a:txBody>
                    <a:bodyPr/>
                    <a:lstStyle/>
                    <a:p>
                      <a:pPr marL="0" marR="0" lvl="0" indent="0" algn="l" rtl="0">
                        <a:spcBef>
                          <a:spcPts val="0"/>
                        </a:spcBef>
                        <a:spcAft>
                          <a:spcPts val="0"/>
                        </a:spcAft>
                        <a:buNone/>
                      </a:pPr>
                      <a:r>
                        <a:rPr lang="en-US" sz="1400" u="none" strike="noStrike" cap="none" dirty="0"/>
                        <a:t>Quantity</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4"/>
                  </a:ext>
                </a:extLst>
              </a:tr>
              <a:tr h="283500">
                <a:tc>
                  <a:txBody>
                    <a:bodyPr/>
                    <a:lstStyle/>
                    <a:p>
                      <a:pPr marL="0" marR="0" lvl="0" indent="0" algn="l" rtl="0">
                        <a:spcBef>
                          <a:spcPts val="0"/>
                        </a:spcBef>
                        <a:spcAft>
                          <a:spcPts val="0"/>
                        </a:spcAft>
                        <a:buNone/>
                      </a:pPr>
                      <a:r>
                        <a:rPr lang="en-US" sz="1400" u="none" strike="noStrike" cap="none" dirty="0" err="1"/>
                        <a:t>Cost_Price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5"/>
                  </a:ext>
                </a:extLst>
              </a:tr>
              <a:tr h="283500">
                <a:tc>
                  <a:txBody>
                    <a:bodyPr/>
                    <a:lstStyle/>
                    <a:p>
                      <a:pPr marL="0" marR="0" lvl="0" indent="0" algn="l" rtl="0">
                        <a:spcBef>
                          <a:spcPts val="0"/>
                        </a:spcBef>
                        <a:spcAft>
                          <a:spcPts val="0"/>
                        </a:spcAft>
                        <a:buNone/>
                      </a:pPr>
                      <a:r>
                        <a:rPr lang="en-US" sz="1400" u="none" strike="noStrike" cap="none" dirty="0" err="1"/>
                        <a:t>Sales_Price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6"/>
                  </a:ext>
                </a:extLst>
              </a:tr>
              <a:tr h="283500">
                <a:tc>
                  <a:txBody>
                    <a:bodyPr/>
                    <a:lstStyle/>
                    <a:p>
                      <a:pPr marL="0" marR="0" lvl="0" indent="0" algn="l" rtl="0">
                        <a:spcBef>
                          <a:spcPts val="0"/>
                        </a:spcBef>
                        <a:spcAft>
                          <a:spcPts val="0"/>
                        </a:spcAft>
                        <a:buNone/>
                      </a:pPr>
                      <a:r>
                        <a:rPr lang="en-US" sz="1400" u="none" strike="noStrike" cap="none" dirty="0" err="1"/>
                        <a:t>Category_ID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7"/>
                  </a:ext>
                </a:extLst>
              </a:tr>
              <a:tr h="283500">
                <a:tc>
                  <a:txBody>
                    <a:bodyPr/>
                    <a:lstStyle/>
                    <a:p>
                      <a:pPr marL="0" marR="0" lvl="0" indent="0" algn="l" rtl="0">
                        <a:spcBef>
                          <a:spcPts val="0"/>
                        </a:spcBef>
                        <a:spcAft>
                          <a:spcPts val="0"/>
                        </a:spcAft>
                        <a:buNone/>
                      </a:pPr>
                      <a:r>
                        <a:rPr lang="en-US" sz="1400" u="none" strike="noStrike" cap="none" dirty="0" err="1"/>
                        <a:t>Category_Name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8"/>
                  </a:ext>
                </a:extLst>
              </a:tr>
            </a:tbl>
          </a:graphicData>
        </a:graphic>
      </p:graphicFrame>
      <p:graphicFrame>
        <p:nvGraphicFramePr>
          <p:cNvPr id="165" name="Google Shape;165;p11"/>
          <p:cNvGraphicFramePr/>
          <p:nvPr/>
        </p:nvGraphicFramePr>
        <p:xfrm>
          <a:off x="5040312" y="2940910"/>
          <a:ext cx="3161000" cy="2723375"/>
        </p:xfrm>
        <a:graphic>
          <a:graphicData uri="http://schemas.openxmlformats.org/drawingml/2006/table">
            <a:tbl>
              <a:tblPr firstRow="1" firstCol="1" bandRow="1">
                <a:noFill/>
                <a:tableStyleId>{75592B14-1026-4104-8EF3-C03927DEC059}</a:tableStyleId>
              </a:tblPr>
              <a:tblGrid>
                <a:gridCol w="1814850">
                  <a:extLst>
                    <a:ext uri="{9D8B030D-6E8A-4147-A177-3AD203B41FA5}">
                      <a16:colId xmlns:a16="http://schemas.microsoft.com/office/drawing/2014/main" val="20000"/>
                    </a:ext>
                  </a:extLst>
                </a:gridCol>
                <a:gridCol w="1346150">
                  <a:extLst>
                    <a:ext uri="{9D8B030D-6E8A-4147-A177-3AD203B41FA5}">
                      <a16:colId xmlns:a16="http://schemas.microsoft.com/office/drawing/2014/main" val="20001"/>
                    </a:ext>
                  </a:extLst>
                </a:gridCol>
              </a:tblGrid>
              <a:tr h="398575">
                <a:tc gridSpan="2">
                  <a:txBody>
                    <a:bodyPr/>
                    <a:lstStyle/>
                    <a:p>
                      <a:pPr marL="0" marR="0" lvl="0" indent="0" algn="ctr" rtl="0">
                        <a:spcBef>
                          <a:spcPts val="0"/>
                        </a:spcBef>
                        <a:spcAft>
                          <a:spcPts val="0"/>
                        </a:spcAft>
                        <a:buNone/>
                      </a:pPr>
                      <a:r>
                        <a:rPr lang="en-US" sz="1800" u="none" strike="noStrike" cap="none" dirty="0"/>
                        <a:t>Products</a:t>
                      </a:r>
                      <a:endParaRPr sz="18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90600">
                <a:tc>
                  <a:txBody>
                    <a:bodyPr/>
                    <a:lstStyle/>
                    <a:p>
                      <a:pPr marL="0" marR="0" lvl="0" indent="0" algn="l" rtl="0">
                        <a:spcBef>
                          <a:spcPts val="0"/>
                        </a:spcBef>
                        <a:spcAft>
                          <a:spcPts val="0"/>
                        </a:spcAft>
                        <a:buNone/>
                      </a:pPr>
                      <a:r>
                        <a:rPr lang="en-US" sz="1400" u="none" strike="noStrike" cap="none" dirty="0" err="1"/>
                        <a:t>Product_Id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789</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1"/>
                  </a:ext>
                </a:extLst>
              </a:tr>
              <a:tr h="290600">
                <a:tc>
                  <a:txBody>
                    <a:bodyPr/>
                    <a:lstStyle/>
                    <a:p>
                      <a:pPr marL="0" marR="0" lvl="0" indent="0" algn="l" rtl="0">
                        <a:spcBef>
                          <a:spcPts val="0"/>
                        </a:spcBef>
                        <a:spcAft>
                          <a:spcPts val="0"/>
                        </a:spcAft>
                        <a:buNone/>
                      </a:pPr>
                      <a:r>
                        <a:rPr lang="en-US" sz="1400" u="none" strike="noStrike" cap="none" dirty="0" err="1"/>
                        <a:t>Product_Name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Milk</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2"/>
                  </a:ext>
                </a:extLst>
              </a:tr>
              <a:tr h="290600">
                <a:tc>
                  <a:txBody>
                    <a:bodyPr/>
                    <a:lstStyle/>
                    <a:p>
                      <a:pPr marL="0" marR="0" lvl="0" indent="0" algn="l" rtl="0">
                        <a:spcBef>
                          <a:spcPts val="0"/>
                        </a:spcBef>
                        <a:spcAft>
                          <a:spcPts val="0"/>
                        </a:spcAft>
                        <a:buNone/>
                      </a:pPr>
                      <a:r>
                        <a:rPr lang="en-US" sz="1400" u="none" strike="noStrike" cap="none" dirty="0" err="1"/>
                        <a:t>Branch_Id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1">
                        <a:spcBef>
                          <a:spcPts val="0"/>
                        </a:spcBef>
                        <a:spcAft>
                          <a:spcPts val="0"/>
                        </a:spcAft>
                        <a:buNone/>
                      </a:pPr>
                      <a:r>
                        <a:rPr lang="en-US" sz="1400" u="none" strike="noStrike" cap="none" dirty="0"/>
                        <a:t>123450007</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3"/>
                  </a:ext>
                </a:extLst>
              </a:tr>
              <a:tr h="290600">
                <a:tc>
                  <a:txBody>
                    <a:bodyPr/>
                    <a:lstStyle/>
                    <a:p>
                      <a:pPr marL="0" marR="0" lvl="0" indent="0" algn="l" rtl="0">
                        <a:spcBef>
                          <a:spcPts val="0"/>
                        </a:spcBef>
                        <a:spcAft>
                          <a:spcPts val="0"/>
                        </a:spcAft>
                        <a:buNone/>
                      </a:pPr>
                      <a:r>
                        <a:rPr lang="en-US" sz="1400" u="none" strike="noStrike" cap="none" dirty="0"/>
                        <a:t>Quantity</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1">
                        <a:spcBef>
                          <a:spcPts val="0"/>
                        </a:spcBef>
                        <a:spcAft>
                          <a:spcPts val="0"/>
                        </a:spcAft>
                        <a:buNone/>
                      </a:pPr>
                      <a:r>
                        <a:rPr lang="en-US" sz="1400" u="none" strike="noStrike" cap="none" dirty="0"/>
                        <a:t>1000</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4"/>
                  </a:ext>
                </a:extLst>
              </a:tr>
              <a:tr h="290600">
                <a:tc>
                  <a:txBody>
                    <a:bodyPr/>
                    <a:lstStyle/>
                    <a:p>
                      <a:pPr marL="0" marR="0" lvl="0" indent="0" algn="l" rtl="0">
                        <a:spcBef>
                          <a:spcPts val="0"/>
                        </a:spcBef>
                        <a:spcAft>
                          <a:spcPts val="0"/>
                        </a:spcAft>
                        <a:buNone/>
                      </a:pPr>
                      <a:r>
                        <a:rPr lang="en-US" sz="1400" u="none" strike="noStrike" cap="none" dirty="0" err="1"/>
                        <a:t>Cost_Price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1">
                        <a:spcBef>
                          <a:spcPts val="0"/>
                        </a:spcBef>
                        <a:spcAft>
                          <a:spcPts val="0"/>
                        </a:spcAft>
                        <a:buNone/>
                      </a:pPr>
                      <a:r>
                        <a:rPr lang="en-US" sz="1400" u="none" strike="noStrike" cap="none" dirty="0"/>
                        <a:t>10</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5"/>
                  </a:ext>
                </a:extLst>
              </a:tr>
              <a:tr h="290600">
                <a:tc>
                  <a:txBody>
                    <a:bodyPr/>
                    <a:lstStyle/>
                    <a:p>
                      <a:pPr marL="0" marR="0" lvl="0" indent="0" algn="l" rtl="0">
                        <a:spcBef>
                          <a:spcPts val="0"/>
                        </a:spcBef>
                        <a:spcAft>
                          <a:spcPts val="0"/>
                        </a:spcAft>
                        <a:buNone/>
                      </a:pPr>
                      <a:r>
                        <a:rPr lang="en-US" sz="1400" u="none" strike="noStrike" cap="none" dirty="0" err="1"/>
                        <a:t>Sales_Price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1">
                        <a:spcBef>
                          <a:spcPts val="0"/>
                        </a:spcBef>
                        <a:spcAft>
                          <a:spcPts val="0"/>
                        </a:spcAft>
                        <a:buNone/>
                      </a:pPr>
                      <a:r>
                        <a:rPr lang="en-US" sz="1400" u="none" strike="noStrike" cap="none" dirty="0"/>
                        <a:t>15</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6"/>
                  </a:ext>
                </a:extLst>
              </a:tr>
              <a:tr h="290600">
                <a:tc>
                  <a:txBody>
                    <a:bodyPr/>
                    <a:lstStyle/>
                    <a:p>
                      <a:pPr marL="0" marR="0" lvl="0" indent="0" algn="l" rtl="0">
                        <a:spcBef>
                          <a:spcPts val="0"/>
                        </a:spcBef>
                        <a:spcAft>
                          <a:spcPts val="0"/>
                        </a:spcAft>
                        <a:buNone/>
                      </a:pPr>
                      <a:r>
                        <a:rPr lang="en-US" sz="1400" u="none" strike="noStrike" cap="none" dirty="0" err="1"/>
                        <a:t>Category_ID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1">
                        <a:spcBef>
                          <a:spcPts val="0"/>
                        </a:spcBef>
                        <a:spcAft>
                          <a:spcPts val="0"/>
                        </a:spcAft>
                        <a:buNone/>
                      </a:pPr>
                      <a:r>
                        <a:rPr lang="en-US" sz="1400" u="none" strike="noStrike" cap="none" dirty="0"/>
                        <a:t>60</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7"/>
                  </a:ext>
                </a:extLst>
              </a:tr>
              <a:tr h="290600">
                <a:tc>
                  <a:txBody>
                    <a:bodyPr/>
                    <a:lstStyle/>
                    <a:p>
                      <a:pPr marL="0" marR="0" lvl="0" indent="0" algn="l" rtl="0">
                        <a:spcBef>
                          <a:spcPts val="0"/>
                        </a:spcBef>
                        <a:spcAft>
                          <a:spcPts val="0"/>
                        </a:spcAft>
                        <a:buNone/>
                      </a:pPr>
                      <a:r>
                        <a:rPr lang="en-US" sz="1400" u="none" strike="noStrike" cap="none" dirty="0" err="1"/>
                        <a:t>Category_Name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dairy</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8"/>
                  </a:ext>
                </a:extLst>
              </a:tr>
            </a:tbl>
          </a:graphicData>
        </a:graphic>
      </p:graphicFrame>
      <p:pic>
        <p:nvPicPr>
          <p:cNvPr id="7" name="Picture 6">
            <a:extLst>
              <a:ext uri="{FF2B5EF4-FFF2-40B4-BE49-F238E27FC236}">
                <a16:creationId xmlns:a16="http://schemas.microsoft.com/office/drawing/2014/main" id="{DE77EF45-8D89-41EA-9C5C-EE2A9A30764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16927" y="1151348"/>
            <a:ext cx="5232821" cy="4691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txBox="1">
            <a:spLocks noGrp="1"/>
          </p:cNvSpPr>
          <p:nvPr>
            <p:ph type="title"/>
          </p:nvPr>
        </p:nvSpPr>
        <p:spPr>
          <a:xfrm>
            <a:off x="284018" y="365124"/>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Information about data</a:t>
            </a:r>
            <a:endParaRPr dirty="0">
              <a:solidFill>
                <a:srgbClr val="0B5394"/>
              </a:solidFill>
              <a:latin typeface="Calibri" panose="020F0502020204030204" pitchFamily="34" charset="0"/>
              <a:cs typeface="Calibri" panose="020F0502020204030204" pitchFamily="34" charset="0"/>
            </a:endParaRPr>
          </a:p>
        </p:txBody>
      </p:sp>
      <p:sp>
        <p:nvSpPr>
          <p:cNvPr id="171" name="Google Shape;171;p12"/>
          <p:cNvSpPr txBox="1">
            <a:spLocks noGrp="1"/>
          </p:cNvSpPr>
          <p:nvPr>
            <p:ph type="body" idx="1"/>
          </p:nvPr>
        </p:nvSpPr>
        <p:spPr>
          <a:xfrm>
            <a:off x="284018" y="1690687"/>
            <a:ext cx="11464637" cy="4434011"/>
          </a:xfrm>
          <a:prstGeom prst="rect">
            <a:avLst/>
          </a:prstGeom>
          <a:noFill/>
          <a:ln>
            <a:noFill/>
          </a:ln>
        </p:spPr>
        <p:txBody>
          <a:bodyPr spcFirstLastPara="1" wrap="square" lIns="91425" tIns="45700" rIns="91425" bIns="45700" anchor="t" anchorCtr="0">
            <a:normAutofit/>
          </a:bodyPr>
          <a:lstStyle/>
          <a:p>
            <a:pPr marL="0" lvl="0" indent="0" algn="just" rtl="0">
              <a:lnSpc>
                <a:spcPct val="125000"/>
              </a:lnSpc>
              <a:spcBef>
                <a:spcPts val="0"/>
              </a:spcBef>
              <a:spcAft>
                <a:spcPts val="0"/>
              </a:spcAft>
              <a:buClr>
                <a:schemeClr val="dk1"/>
              </a:buClr>
              <a:buSzPts val="2200"/>
              <a:buNone/>
            </a:pPr>
            <a:r>
              <a:rPr lang="en-US" sz="2200" dirty="0"/>
              <a:t> </a:t>
            </a:r>
            <a:r>
              <a:rPr lang="en-US" sz="2200" b="1" dirty="0"/>
              <a:t>Customers Data</a:t>
            </a:r>
            <a:endParaRPr dirty="0"/>
          </a:p>
          <a:p>
            <a:pPr marL="9525" marR="0" lvl="0" indent="0" algn="just" rtl="0">
              <a:lnSpc>
                <a:spcPct val="90000"/>
              </a:lnSpc>
              <a:spcBef>
                <a:spcPts val="400"/>
              </a:spcBef>
              <a:spcAft>
                <a:spcPts val="0"/>
              </a:spcAft>
              <a:buClr>
                <a:schemeClr val="dk1"/>
              </a:buClr>
              <a:buSzPts val="2500"/>
              <a:buNone/>
            </a:pPr>
            <a:endParaRPr sz="2500" i="1" dirty="0"/>
          </a:p>
          <a:p>
            <a:pPr marL="9525" marR="0" lvl="0" indent="0" algn="just" rtl="0">
              <a:lnSpc>
                <a:spcPct val="90000"/>
              </a:lnSpc>
              <a:spcBef>
                <a:spcPts val="80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172" name="Google Shape;172;p12" descr="Information Symbol Vector Icon Illustration Information Sign Vector Icon  Stock Illustration - Download Image Now - iStock"/>
          <p:cNvPicPr preferRelativeResize="0"/>
          <p:nvPr/>
        </p:nvPicPr>
        <p:blipFill rotWithShape="1">
          <a:blip r:embed="rId3">
            <a:alphaModFix/>
          </a:blip>
          <a:srcRect/>
          <a:stretch/>
        </p:blipFill>
        <p:spPr>
          <a:xfrm>
            <a:off x="10048875" y="79786"/>
            <a:ext cx="2143125" cy="2143125"/>
          </a:xfrm>
          <a:prstGeom prst="rect">
            <a:avLst/>
          </a:prstGeom>
          <a:noFill/>
          <a:ln>
            <a:noFill/>
          </a:ln>
        </p:spPr>
      </p:pic>
      <p:graphicFrame>
        <p:nvGraphicFramePr>
          <p:cNvPr id="173" name="Google Shape;173;p12"/>
          <p:cNvGraphicFramePr/>
          <p:nvPr/>
        </p:nvGraphicFramePr>
        <p:xfrm>
          <a:off x="691616" y="3016250"/>
          <a:ext cx="2437750" cy="1554480"/>
        </p:xfrm>
        <a:graphic>
          <a:graphicData uri="http://schemas.openxmlformats.org/drawingml/2006/table">
            <a:tbl>
              <a:tblPr firstRow="1" firstCol="1" bandRow="1">
                <a:noFill/>
                <a:tableStyleId>{75592B14-1026-4104-8EF3-C03927DEC059}</a:tableStyleId>
              </a:tblPr>
              <a:tblGrid>
                <a:gridCol w="1614800">
                  <a:extLst>
                    <a:ext uri="{9D8B030D-6E8A-4147-A177-3AD203B41FA5}">
                      <a16:colId xmlns:a16="http://schemas.microsoft.com/office/drawing/2014/main" val="20000"/>
                    </a:ext>
                  </a:extLst>
                </a:gridCol>
                <a:gridCol w="822950">
                  <a:extLst>
                    <a:ext uri="{9D8B030D-6E8A-4147-A177-3AD203B41FA5}">
                      <a16:colId xmlns:a16="http://schemas.microsoft.com/office/drawing/2014/main" val="20001"/>
                    </a:ext>
                  </a:extLst>
                </a:gridCol>
              </a:tblGrid>
              <a:tr h="201300">
                <a:tc gridSpan="2">
                  <a:txBody>
                    <a:bodyPr/>
                    <a:lstStyle/>
                    <a:p>
                      <a:pPr marL="0" marR="0" lvl="0" indent="0" algn="ctr" rtl="0">
                        <a:spcBef>
                          <a:spcPts val="0"/>
                        </a:spcBef>
                        <a:spcAft>
                          <a:spcPts val="0"/>
                        </a:spcAft>
                        <a:buNone/>
                      </a:pPr>
                      <a:r>
                        <a:rPr lang="en-US" sz="1800" u="none" strike="noStrike" cap="none" dirty="0"/>
                        <a:t>Customers</a:t>
                      </a:r>
                      <a:endParaRPr sz="18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01300">
                <a:tc>
                  <a:txBody>
                    <a:bodyPr/>
                    <a:lstStyle/>
                    <a:p>
                      <a:pPr marL="0" marR="0" lvl="0" indent="0" algn="l" rtl="0">
                        <a:spcBef>
                          <a:spcPts val="0"/>
                        </a:spcBef>
                        <a:spcAft>
                          <a:spcPts val="0"/>
                        </a:spcAft>
                        <a:buNone/>
                      </a:pPr>
                      <a:r>
                        <a:rPr lang="en-US" sz="1400" u="none" strike="noStrike" cap="none" dirty="0" err="1"/>
                        <a:t>Customer_Id</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1"/>
                  </a:ext>
                </a:extLst>
              </a:tr>
              <a:tr h="201300">
                <a:tc>
                  <a:txBody>
                    <a:bodyPr/>
                    <a:lstStyle/>
                    <a:p>
                      <a:pPr marL="0" marR="0" lvl="0" indent="0" algn="l" rtl="0">
                        <a:spcBef>
                          <a:spcPts val="0"/>
                        </a:spcBef>
                        <a:spcAft>
                          <a:spcPts val="0"/>
                        </a:spcAft>
                        <a:buNone/>
                      </a:pPr>
                      <a:r>
                        <a:rPr lang="en-US" sz="1400" u="none" strike="noStrike" cap="none" dirty="0"/>
                        <a:t>Gender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2"/>
                  </a:ext>
                </a:extLst>
              </a:tr>
              <a:tr h="201300">
                <a:tc>
                  <a:txBody>
                    <a:bodyPr/>
                    <a:lstStyle/>
                    <a:p>
                      <a:pPr marL="0" marR="0" lvl="0" indent="0" algn="l" rtl="0">
                        <a:spcBef>
                          <a:spcPts val="0"/>
                        </a:spcBef>
                        <a:spcAft>
                          <a:spcPts val="0"/>
                        </a:spcAft>
                        <a:buNone/>
                      </a:pPr>
                      <a:r>
                        <a:rPr lang="en-US" sz="1400" u="none" strike="noStrike" cap="none" dirty="0"/>
                        <a:t>Age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3"/>
                  </a:ext>
                </a:extLst>
              </a:tr>
              <a:tr h="201300">
                <a:tc>
                  <a:txBody>
                    <a:bodyPr/>
                    <a:lstStyle/>
                    <a:p>
                      <a:pPr marL="0" marR="0" lvl="0" indent="0" algn="l" rtl="0">
                        <a:spcBef>
                          <a:spcPts val="0"/>
                        </a:spcBef>
                        <a:spcAft>
                          <a:spcPts val="0"/>
                        </a:spcAft>
                        <a:buNone/>
                      </a:pPr>
                      <a:r>
                        <a:rPr lang="en-US" sz="1400" u="none" strike="noStrike" cap="none" dirty="0"/>
                        <a:t>Address</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4"/>
                  </a:ext>
                </a:extLst>
              </a:tr>
              <a:tr h="201300">
                <a:tc>
                  <a:txBody>
                    <a:bodyPr/>
                    <a:lstStyle/>
                    <a:p>
                      <a:pPr marL="0" marR="0" lvl="0" indent="0" algn="l" rtl="0">
                        <a:spcBef>
                          <a:spcPts val="0"/>
                        </a:spcBef>
                        <a:spcAft>
                          <a:spcPts val="0"/>
                        </a:spcAft>
                        <a:buNone/>
                      </a:pPr>
                      <a:r>
                        <a:rPr lang="en-US" sz="1400" u="none" strike="noStrike" cap="none" dirty="0"/>
                        <a:t>Income</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Integer</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5"/>
                  </a:ext>
                </a:extLst>
              </a:tr>
              <a:tr h="201300">
                <a:tc>
                  <a:txBody>
                    <a:bodyPr/>
                    <a:lstStyle/>
                    <a:p>
                      <a:pPr marL="0" marR="0" lvl="0" indent="0" algn="l" rtl="0">
                        <a:spcBef>
                          <a:spcPts val="0"/>
                        </a:spcBef>
                        <a:spcAft>
                          <a:spcPts val="0"/>
                        </a:spcAft>
                        <a:buNone/>
                      </a:pPr>
                      <a:r>
                        <a:rPr lang="en-US" sz="1400" u="none" strike="noStrike" cap="none" dirty="0"/>
                        <a:t>Status</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tc>
                  <a:txBody>
                    <a:bodyPr/>
                    <a:lstStyle/>
                    <a:p>
                      <a:pPr marL="0" marR="0" lvl="0" indent="0" algn="l" rtl="0">
                        <a:spcBef>
                          <a:spcPts val="0"/>
                        </a:spcBef>
                        <a:spcAft>
                          <a:spcPts val="0"/>
                        </a:spcAft>
                        <a:buNone/>
                      </a:pPr>
                      <a:r>
                        <a:rPr lang="en-US" sz="1400" u="none" strike="noStrike" cap="none" dirty="0"/>
                        <a:t>String</a:t>
                      </a:r>
                      <a:endParaRPr sz="1400" b="1" u="none" strike="noStrike" cap="none" dirty="0">
                        <a:latin typeface="Calibri" panose="020F0502020204030204" pitchFamily="34" charset="0"/>
                        <a:ea typeface="Arial"/>
                        <a:cs typeface="Calibri" panose="020F0502020204030204" pitchFamily="34" charset="0"/>
                        <a:sym typeface="Arial"/>
                      </a:endParaRPr>
                    </a:p>
                  </a:txBody>
                  <a:tcPr marL="68575" marR="68575" marT="0" marB="0" anchor="ctr"/>
                </a:tc>
                <a:extLst>
                  <a:ext uri="{0D108BD9-81ED-4DB2-BD59-A6C34878D82A}">
                    <a16:rowId xmlns:a16="http://schemas.microsoft.com/office/drawing/2014/main" val="10006"/>
                  </a:ext>
                </a:extLst>
              </a:tr>
            </a:tbl>
          </a:graphicData>
        </a:graphic>
      </p:graphicFrame>
      <p:graphicFrame>
        <p:nvGraphicFramePr>
          <p:cNvPr id="174" name="Google Shape;174;p12"/>
          <p:cNvGraphicFramePr/>
          <p:nvPr/>
        </p:nvGraphicFramePr>
        <p:xfrm>
          <a:off x="5015060" y="3016247"/>
          <a:ext cx="2582925" cy="1606770"/>
        </p:xfrm>
        <a:graphic>
          <a:graphicData uri="http://schemas.openxmlformats.org/drawingml/2006/table">
            <a:tbl>
              <a:tblPr firstRow="1" firstCol="1" bandRow="1">
                <a:noFill/>
                <a:tableStyleId>{75592B14-1026-4104-8EF3-C03927DEC059}</a:tableStyleId>
              </a:tblPr>
              <a:tblGrid>
                <a:gridCol w="1575925">
                  <a:extLst>
                    <a:ext uri="{9D8B030D-6E8A-4147-A177-3AD203B41FA5}">
                      <a16:colId xmlns:a16="http://schemas.microsoft.com/office/drawing/2014/main" val="20000"/>
                    </a:ext>
                  </a:extLst>
                </a:gridCol>
                <a:gridCol w="1007000">
                  <a:extLst>
                    <a:ext uri="{9D8B030D-6E8A-4147-A177-3AD203B41FA5}">
                      <a16:colId xmlns:a16="http://schemas.microsoft.com/office/drawing/2014/main" val="20001"/>
                    </a:ext>
                  </a:extLst>
                </a:gridCol>
              </a:tblGrid>
              <a:tr h="222075">
                <a:tc gridSpan="2">
                  <a:txBody>
                    <a:bodyPr/>
                    <a:lstStyle/>
                    <a:p>
                      <a:pPr marL="0" marR="0" lvl="0" indent="0" algn="l" rtl="0">
                        <a:spcBef>
                          <a:spcPts val="0"/>
                        </a:spcBef>
                        <a:spcAft>
                          <a:spcPts val="0"/>
                        </a:spcAft>
                        <a:buNone/>
                      </a:pPr>
                      <a:r>
                        <a:rPr lang="en-US" sz="1800" u="none" strike="noStrike" cap="none">
                          <a:solidFill>
                            <a:schemeClr val="lt1"/>
                          </a:solidFill>
                          <a:latin typeface="Calibri"/>
                          <a:ea typeface="Calibri"/>
                          <a:cs typeface="Calibri"/>
                          <a:sym typeface="Calibri"/>
                        </a:rPr>
                        <a:t>Customers</a:t>
                      </a:r>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Customer_Id</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98756</a:t>
                      </a:r>
                      <a:endParaRPr/>
                    </a:p>
                  </a:txBody>
                  <a:tcPr marL="68575" marR="68575" marT="0" marB="0" anchor="ctr"/>
                </a:tc>
                <a:extLst>
                  <a:ext uri="{0D108BD9-81ED-4DB2-BD59-A6C34878D82A}">
                    <a16:rowId xmlns:a16="http://schemas.microsoft.com/office/drawing/2014/main" val="10001"/>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Gender</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Female</a:t>
                      </a:r>
                      <a:endParaRPr/>
                    </a:p>
                  </a:txBody>
                  <a:tcPr marL="68575" marR="68575" marT="0" marB="0" anchor="ctr"/>
                </a:tc>
                <a:extLst>
                  <a:ext uri="{0D108BD9-81ED-4DB2-BD59-A6C34878D82A}">
                    <a16:rowId xmlns:a16="http://schemas.microsoft.com/office/drawing/2014/main" val="10002"/>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Age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26</a:t>
                      </a:r>
                      <a:endParaRPr/>
                    </a:p>
                  </a:txBody>
                  <a:tcPr marL="68575" marR="68575" marT="0" marB="0" anchor="ctr"/>
                </a:tc>
                <a:extLst>
                  <a:ext uri="{0D108BD9-81ED-4DB2-BD59-A6C34878D82A}">
                    <a16:rowId xmlns:a16="http://schemas.microsoft.com/office/drawing/2014/main" val="10003"/>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Address</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Ramallah</a:t>
                      </a:r>
                      <a:endParaRPr/>
                    </a:p>
                  </a:txBody>
                  <a:tcPr marL="68575" marR="68575" marT="0" marB="0" anchor="ctr"/>
                </a:tc>
                <a:extLst>
                  <a:ext uri="{0D108BD9-81ED-4DB2-BD59-A6C34878D82A}">
                    <a16:rowId xmlns:a16="http://schemas.microsoft.com/office/drawing/2014/main" val="10004"/>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Income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7000</a:t>
                      </a:r>
                      <a:endParaRPr/>
                    </a:p>
                  </a:txBody>
                  <a:tcPr marL="68575" marR="68575" marT="0" marB="0" anchor="ctr"/>
                </a:tc>
                <a:extLst>
                  <a:ext uri="{0D108BD9-81ED-4DB2-BD59-A6C34878D82A}">
                    <a16:rowId xmlns:a16="http://schemas.microsoft.com/office/drawing/2014/main" val="10005"/>
                  </a:ext>
                </a:extLst>
              </a:tr>
              <a:tr h="2220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Status</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married</a:t>
                      </a:r>
                      <a:endParaRPr/>
                    </a:p>
                  </a:txBody>
                  <a:tcPr marL="68575" marR="68575" marT="0" marB="0" anchor="ctr"/>
                </a:tc>
                <a:extLst>
                  <a:ext uri="{0D108BD9-81ED-4DB2-BD59-A6C34878D82A}">
                    <a16:rowId xmlns:a16="http://schemas.microsoft.com/office/drawing/2014/main" val="10006"/>
                  </a:ext>
                </a:extLst>
              </a:tr>
            </a:tbl>
          </a:graphicData>
        </a:graphic>
      </p:graphicFrame>
      <p:pic>
        <p:nvPicPr>
          <p:cNvPr id="7" name="Picture 6">
            <a:extLst>
              <a:ext uri="{FF2B5EF4-FFF2-40B4-BE49-F238E27FC236}">
                <a16:creationId xmlns:a16="http://schemas.microsoft.com/office/drawing/2014/main" id="{A9735639-5584-4DA2-A53C-0A3347EFE71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60971" y="1111258"/>
            <a:ext cx="5756103" cy="5160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3"/>
          <p:cNvSpPr txBox="1">
            <a:spLocks noGrp="1"/>
          </p:cNvSpPr>
          <p:nvPr>
            <p:ph type="title"/>
          </p:nvPr>
        </p:nvSpPr>
        <p:spPr>
          <a:xfrm>
            <a:off x="284018" y="365124"/>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Information about data</a:t>
            </a:r>
            <a:endParaRPr dirty="0">
              <a:solidFill>
                <a:srgbClr val="0B5394"/>
              </a:solidFill>
              <a:latin typeface="Calibri" panose="020F0502020204030204" pitchFamily="34" charset="0"/>
              <a:cs typeface="Calibri" panose="020F0502020204030204" pitchFamily="34" charset="0"/>
            </a:endParaRPr>
          </a:p>
        </p:txBody>
      </p:sp>
      <p:sp>
        <p:nvSpPr>
          <p:cNvPr id="180" name="Google Shape;180;p13"/>
          <p:cNvSpPr txBox="1">
            <a:spLocks noGrp="1"/>
          </p:cNvSpPr>
          <p:nvPr>
            <p:ph type="body" idx="1"/>
          </p:nvPr>
        </p:nvSpPr>
        <p:spPr>
          <a:xfrm>
            <a:off x="284018" y="1690687"/>
            <a:ext cx="11464637" cy="4434011"/>
          </a:xfrm>
          <a:prstGeom prst="rect">
            <a:avLst/>
          </a:prstGeom>
          <a:noFill/>
          <a:ln>
            <a:noFill/>
          </a:ln>
        </p:spPr>
        <p:txBody>
          <a:bodyPr spcFirstLastPara="1" wrap="square" lIns="91425" tIns="45700" rIns="91425" bIns="45700" anchor="t" anchorCtr="0">
            <a:normAutofit/>
          </a:bodyPr>
          <a:lstStyle/>
          <a:p>
            <a:pPr marL="0" lvl="0" indent="0" algn="just" rtl="0">
              <a:lnSpc>
                <a:spcPct val="125000"/>
              </a:lnSpc>
              <a:spcBef>
                <a:spcPts val="0"/>
              </a:spcBef>
              <a:spcAft>
                <a:spcPts val="0"/>
              </a:spcAft>
              <a:buClr>
                <a:schemeClr val="dk1"/>
              </a:buClr>
              <a:buSzPts val="2200"/>
              <a:buNone/>
            </a:pPr>
            <a:r>
              <a:rPr lang="en-US" sz="2200" dirty="0"/>
              <a:t> </a:t>
            </a:r>
            <a:r>
              <a:rPr lang="en-US" sz="2200" b="1" dirty="0"/>
              <a:t>Transaction Data</a:t>
            </a:r>
            <a:endParaRPr dirty="0"/>
          </a:p>
          <a:p>
            <a:pPr marL="9525" marR="0" lvl="0" indent="0" algn="just" rtl="0">
              <a:lnSpc>
                <a:spcPct val="90000"/>
              </a:lnSpc>
              <a:spcBef>
                <a:spcPts val="40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181" name="Google Shape;181;p13" descr="Information Symbol Vector Icon Illustration Information Sign Vector Icon  Stock Illustration - Download Image Now - iStock"/>
          <p:cNvPicPr preferRelativeResize="0"/>
          <p:nvPr/>
        </p:nvPicPr>
        <p:blipFill rotWithShape="1">
          <a:blip r:embed="rId3">
            <a:alphaModFix/>
          </a:blip>
          <a:srcRect/>
          <a:stretch/>
        </p:blipFill>
        <p:spPr>
          <a:xfrm>
            <a:off x="10048875" y="79786"/>
            <a:ext cx="2143125" cy="2143125"/>
          </a:xfrm>
          <a:prstGeom prst="rect">
            <a:avLst/>
          </a:prstGeom>
          <a:noFill/>
          <a:ln>
            <a:noFill/>
          </a:ln>
        </p:spPr>
      </p:pic>
      <p:graphicFrame>
        <p:nvGraphicFramePr>
          <p:cNvPr id="182" name="Google Shape;182;p13"/>
          <p:cNvGraphicFramePr/>
          <p:nvPr/>
        </p:nvGraphicFramePr>
        <p:xfrm>
          <a:off x="5456976" y="2576416"/>
          <a:ext cx="4158350" cy="3363770"/>
        </p:xfrm>
        <a:graphic>
          <a:graphicData uri="http://schemas.openxmlformats.org/drawingml/2006/table">
            <a:tbl>
              <a:tblPr firstRow="1" firstCol="1" bandRow="1">
                <a:noFill/>
                <a:tableStyleId>{75592B14-1026-4104-8EF3-C03927DEC059}</a:tableStyleId>
              </a:tblPr>
              <a:tblGrid>
                <a:gridCol w="1998050">
                  <a:extLst>
                    <a:ext uri="{9D8B030D-6E8A-4147-A177-3AD203B41FA5}">
                      <a16:colId xmlns:a16="http://schemas.microsoft.com/office/drawing/2014/main" val="20000"/>
                    </a:ext>
                  </a:extLst>
                </a:gridCol>
                <a:gridCol w="2160300">
                  <a:extLst>
                    <a:ext uri="{9D8B030D-6E8A-4147-A177-3AD203B41FA5}">
                      <a16:colId xmlns:a16="http://schemas.microsoft.com/office/drawing/2014/main" val="20001"/>
                    </a:ext>
                  </a:extLst>
                </a:gridCol>
              </a:tblGrid>
              <a:tr h="220675">
                <a:tc gridSpan="2">
                  <a:txBody>
                    <a:bodyPr/>
                    <a:lstStyle/>
                    <a:p>
                      <a:pPr marL="0" marR="0" lvl="0" indent="0" algn="ctr" rtl="0">
                        <a:spcBef>
                          <a:spcPts val="0"/>
                        </a:spcBef>
                        <a:spcAft>
                          <a:spcPts val="0"/>
                        </a:spcAft>
                        <a:buNone/>
                      </a:pPr>
                      <a:r>
                        <a:rPr lang="en-US" sz="1800" u="none" strike="noStrike" cap="none">
                          <a:solidFill>
                            <a:schemeClr val="lt1"/>
                          </a:solidFill>
                          <a:latin typeface="Calibri"/>
                          <a:ea typeface="Calibri"/>
                          <a:cs typeface="Calibri"/>
                          <a:sym typeface="Calibri"/>
                        </a:rPr>
                        <a:t>Transaction</a:t>
                      </a:r>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Transaction_Id</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55555</a:t>
                      </a:r>
                      <a:endParaRPr/>
                    </a:p>
                  </a:txBody>
                  <a:tcPr marL="68575" marR="68575" marT="0" marB="0" anchor="ctr"/>
                </a:tc>
                <a:extLst>
                  <a:ext uri="{0D108BD9-81ED-4DB2-BD59-A6C34878D82A}">
                    <a16:rowId xmlns:a16="http://schemas.microsoft.com/office/drawing/2014/main" val="10001"/>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Transaction_DateTime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05/10/2021: Tues.: 13:35</a:t>
                      </a:r>
                      <a:endParaRPr/>
                    </a:p>
                  </a:txBody>
                  <a:tcPr marL="68575" marR="68575" marT="0" marB="0" anchor="ctr"/>
                </a:tc>
                <a:extLst>
                  <a:ext uri="{0D108BD9-81ED-4DB2-BD59-A6C34878D82A}">
                    <a16:rowId xmlns:a16="http://schemas.microsoft.com/office/drawing/2014/main" val="10002"/>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Product_Id</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789</a:t>
                      </a:r>
                      <a:endParaRPr/>
                    </a:p>
                  </a:txBody>
                  <a:tcPr marL="68575" marR="68575" marT="0" marB="0" anchor="ctr"/>
                </a:tc>
                <a:extLst>
                  <a:ext uri="{0D108BD9-81ED-4DB2-BD59-A6C34878D82A}">
                    <a16:rowId xmlns:a16="http://schemas.microsoft.com/office/drawing/2014/main" val="10003"/>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Product_Name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Milk</a:t>
                      </a:r>
                      <a:endParaRPr/>
                    </a:p>
                  </a:txBody>
                  <a:tcPr marL="68575" marR="68575" marT="0" marB="0" anchor="ctr"/>
                </a:tc>
                <a:extLst>
                  <a:ext uri="{0D108BD9-81ED-4DB2-BD59-A6C34878D82A}">
                    <a16:rowId xmlns:a16="http://schemas.microsoft.com/office/drawing/2014/main" val="10004"/>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Quantity</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4</a:t>
                      </a:r>
                      <a:endParaRPr/>
                    </a:p>
                  </a:txBody>
                  <a:tcPr marL="68575" marR="68575" marT="0" marB="0" anchor="ctr"/>
                </a:tc>
                <a:extLst>
                  <a:ext uri="{0D108BD9-81ED-4DB2-BD59-A6C34878D82A}">
                    <a16:rowId xmlns:a16="http://schemas.microsoft.com/office/drawing/2014/main" val="10005"/>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Sales_Price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15</a:t>
                      </a:r>
                      <a:endParaRPr/>
                    </a:p>
                  </a:txBody>
                  <a:tcPr marL="68575" marR="68575" marT="0" marB="0" anchor="ctr"/>
                </a:tc>
                <a:extLst>
                  <a:ext uri="{0D108BD9-81ED-4DB2-BD59-A6C34878D82A}">
                    <a16:rowId xmlns:a16="http://schemas.microsoft.com/office/drawing/2014/main" val="10006"/>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Discount_Value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2</a:t>
                      </a:r>
                      <a:endParaRPr/>
                    </a:p>
                  </a:txBody>
                  <a:tcPr marL="68575" marR="68575" marT="0" marB="0" anchor="ctr"/>
                </a:tc>
                <a:extLst>
                  <a:ext uri="{0D108BD9-81ED-4DB2-BD59-A6C34878D82A}">
                    <a16:rowId xmlns:a16="http://schemas.microsoft.com/office/drawing/2014/main" val="10007"/>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Vat_Value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2.55</a:t>
                      </a:r>
                      <a:endParaRPr/>
                    </a:p>
                  </a:txBody>
                  <a:tcPr marL="68575" marR="68575" marT="0" marB="0" anchor="ctr"/>
                </a:tc>
                <a:extLst>
                  <a:ext uri="{0D108BD9-81ED-4DB2-BD59-A6C34878D82A}">
                    <a16:rowId xmlns:a16="http://schemas.microsoft.com/office/drawing/2014/main" val="10008"/>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Net_Transaction</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10.45</a:t>
                      </a:r>
                      <a:endParaRPr/>
                    </a:p>
                  </a:txBody>
                  <a:tcPr marL="68575" marR="68575" marT="0" marB="0" anchor="ctr"/>
                </a:tc>
                <a:extLst>
                  <a:ext uri="{0D108BD9-81ED-4DB2-BD59-A6C34878D82A}">
                    <a16:rowId xmlns:a16="http://schemas.microsoft.com/office/drawing/2014/main" val="10009"/>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Branch_Id</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12345007</a:t>
                      </a:r>
                      <a:endParaRPr/>
                    </a:p>
                  </a:txBody>
                  <a:tcPr marL="68575" marR="68575" marT="0" marB="0" anchor="ctr"/>
                </a:tc>
                <a:extLst>
                  <a:ext uri="{0D108BD9-81ED-4DB2-BD59-A6C34878D82A}">
                    <a16:rowId xmlns:a16="http://schemas.microsoft.com/office/drawing/2014/main" val="10010"/>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Branch_Name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Blaza</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1"/>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Branch_Location</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Nablus Street</a:t>
                      </a:r>
                      <a:endParaRPr/>
                    </a:p>
                  </a:txBody>
                  <a:tcPr marL="68575" marR="68575" marT="0" marB="0" anchor="ctr"/>
                </a:tc>
                <a:extLst>
                  <a:ext uri="{0D108BD9-81ED-4DB2-BD59-A6C34878D82A}">
                    <a16:rowId xmlns:a16="http://schemas.microsoft.com/office/drawing/2014/main" val="10012"/>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Category_ID</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60</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3"/>
                  </a:ext>
                </a:extLst>
              </a:tr>
              <a:tr h="220675">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Category_Name</a:t>
                      </a:r>
                      <a:endParaRPr/>
                    </a:p>
                  </a:txBody>
                  <a:tcPr marL="68575" marR="68575" marT="0" marB="0" anchor="ctr"/>
                </a:tc>
                <a:tc>
                  <a:txBody>
                    <a:bodyPr/>
                    <a:lstStyle/>
                    <a:p>
                      <a:pPr marL="0" marR="0" lvl="0" indent="0" algn="l" rtl="0">
                        <a:spcBef>
                          <a:spcPts val="0"/>
                        </a:spcBef>
                        <a:spcAft>
                          <a:spcPts val="0"/>
                        </a:spcAft>
                        <a:buNone/>
                      </a:pPr>
                      <a:r>
                        <a:rPr lang="en-US" sz="1400" u="none" strike="noStrike" cap="none">
                          <a:solidFill>
                            <a:schemeClr val="dk1"/>
                          </a:solidFill>
                          <a:latin typeface="Calibri"/>
                          <a:ea typeface="Calibri"/>
                          <a:cs typeface="Calibri"/>
                          <a:sym typeface="Calibri"/>
                        </a:rPr>
                        <a:t>dairy</a:t>
                      </a:r>
                      <a:endParaRPr/>
                    </a:p>
                  </a:txBody>
                  <a:tcPr marL="68575" marR="68575" marT="0" marB="0" anchor="ctr"/>
                </a:tc>
                <a:extLst>
                  <a:ext uri="{0D108BD9-81ED-4DB2-BD59-A6C34878D82A}">
                    <a16:rowId xmlns:a16="http://schemas.microsoft.com/office/drawing/2014/main" val="10014"/>
                  </a:ext>
                </a:extLst>
              </a:tr>
            </a:tbl>
          </a:graphicData>
        </a:graphic>
      </p:graphicFrame>
      <p:graphicFrame>
        <p:nvGraphicFramePr>
          <p:cNvPr id="183" name="Google Shape;183;p13"/>
          <p:cNvGraphicFramePr/>
          <p:nvPr/>
        </p:nvGraphicFramePr>
        <p:xfrm>
          <a:off x="804738" y="2576422"/>
          <a:ext cx="3229925" cy="3310265"/>
        </p:xfrm>
        <a:graphic>
          <a:graphicData uri="http://schemas.openxmlformats.org/drawingml/2006/table">
            <a:tbl>
              <a:tblPr firstRow="1" firstCol="1" bandRow="1">
                <a:noFill/>
                <a:tableStyleId>{75592B14-1026-4104-8EF3-C03927DEC059}</a:tableStyleId>
              </a:tblPr>
              <a:tblGrid>
                <a:gridCol w="2139550">
                  <a:extLst>
                    <a:ext uri="{9D8B030D-6E8A-4147-A177-3AD203B41FA5}">
                      <a16:colId xmlns:a16="http://schemas.microsoft.com/office/drawing/2014/main" val="20000"/>
                    </a:ext>
                  </a:extLst>
                </a:gridCol>
                <a:gridCol w="1090375">
                  <a:extLst>
                    <a:ext uri="{9D8B030D-6E8A-4147-A177-3AD203B41FA5}">
                      <a16:colId xmlns:a16="http://schemas.microsoft.com/office/drawing/2014/main" val="20001"/>
                    </a:ext>
                  </a:extLst>
                </a:gridCol>
              </a:tblGrid>
              <a:tr h="323225">
                <a:tc gridSpan="2">
                  <a:txBody>
                    <a:bodyPr/>
                    <a:lstStyle/>
                    <a:p>
                      <a:pPr marL="0" marR="0" lvl="0" indent="0" algn="ctr" rtl="0">
                        <a:spcBef>
                          <a:spcPts val="0"/>
                        </a:spcBef>
                        <a:spcAft>
                          <a:spcPts val="0"/>
                        </a:spcAft>
                        <a:buNone/>
                      </a:pPr>
                      <a:r>
                        <a:rPr lang="en-US" sz="1800" u="none" strike="noStrike" cap="none"/>
                        <a:t>Transaction</a:t>
                      </a:r>
                      <a:endParaRPr sz="1800" u="none" strike="noStrike" cap="none">
                        <a:solidFill>
                          <a:schemeClr val="dk1"/>
                        </a:solidFill>
                        <a:latin typeface="Calibri"/>
                        <a:ea typeface="Calibri"/>
                        <a:cs typeface="Calibri"/>
                        <a:sym typeface="Calibri"/>
                      </a:endParaRPr>
                    </a:p>
                  </a:txBody>
                  <a:tcPr marL="68575" marR="68575" marT="0" marB="0" anchor="ctr"/>
                </a:tc>
                <a:tc hMerge="1">
                  <a:txBody>
                    <a:bodyPr/>
                    <a:lstStyle/>
                    <a:p>
                      <a:endParaRPr lang="en-US"/>
                    </a:p>
                  </a:txBody>
                  <a:tcPr/>
                </a:tc>
                <a:extLst>
                  <a:ext uri="{0D108BD9-81ED-4DB2-BD59-A6C34878D82A}">
                    <a16:rowId xmlns:a16="http://schemas.microsoft.com/office/drawing/2014/main" val="10000"/>
                  </a:ext>
                </a:extLst>
              </a:tr>
              <a:tr h="201300">
                <a:tc>
                  <a:txBody>
                    <a:bodyPr/>
                    <a:lstStyle/>
                    <a:p>
                      <a:pPr marL="0" marR="0" lvl="0" indent="0" algn="l" rtl="0">
                        <a:spcBef>
                          <a:spcPts val="0"/>
                        </a:spcBef>
                        <a:spcAft>
                          <a:spcPts val="0"/>
                        </a:spcAft>
                        <a:buNone/>
                      </a:pPr>
                      <a:r>
                        <a:rPr lang="en-US" sz="1400" u="none" strike="noStrike" cap="none"/>
                        <a:t>Transaction_Id</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1"/>
                  </a:ext>
                </a:extLst>
              </a:tr>
              <a:tr h="201300">
                <a:tc>
                  <a:txBody>
                    <a:bodyPr/>
                    <a:lstStyle/>
                    <a:p>
                      <a:pPr marL="0" marR="0" lvl="0" indent="0" algn="l" rtl="0">
                        <a:spcBef>
                          <a:spcPts val="0"/>
                        </a:spcBef>
                        <a:spcAft>
                          <a:spcPts val="0"/>
                        </a:spcAft>
                        <a:buNone/>
                      </a:pPr>
                      <a:r>
                        <a:rPr lang="en-US" sz="1400" u="none" strike="noStrike" cap="none"/>
                        <a:t>Transaction_DateTime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DateTime</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2"/>
                  </a:ext>
                </a:extLst>
              </a:tr>
              <a:tr h="201300">
                <a:tc>
                  <a:txBody>
                    <a:bodyPr/>
                    <a:lstStyle/>
                    <a:p>
                      <a:pPr marL="0" marR="0" lvl="0" indent="0" algn="l" rtl="0">
                        <a:spcBef>
                          <a:spcPts val="0"/>
                        </a:spcBef>
                        <a:spcAft>
                          <a:spcPts val="0"/>
                        </a:spcAft>
                        <a:buNone/>
                      </a:pPr>
                      <a:r>
                        <a:rPr lang="en-US" sz="1400" u="none" strike="noStrike" cap="none"/>
                        <a:t>Product_Id</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3"/>
                  </a:ext>
                </a:extLst>
              </a:tr>
              <a:tr h="201300">
                <a:tc>
                  <a:txBody>
                    <a:bodyPr/>
                    <a:lstStyle/>
                    <a:p>
                      <a:pPr marL="0" marR="0" lvl="0" indent="0" algn="l" rtl="0">
                        <a:spcBef>
                          <a:spcPts val="0"/>
                        </a:spcBef>
                        <a:spcAft>
                          <a:spcPts val="0"/>
                        </a:spcAft>
                        <a:buNone/>
                      </a:pPr>
                      <a:r>
                        <a:rPr lang="en-US" sz="1400" u="none" strike="noStrike" cap="none"/>
                        <a:t>Product_Name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String</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4"/>
                  </a:ext>
                </a:extLst>
              </a:tr>
              <a:tr h="201300">
                <a:tc>
                  <a:txBody>
                    <a:bodyPr/>
                    <a:lstStyle/>
                    <a:p>
                      <a:pPr marL="0" marR="0" lvl="0" indent="0" algn="l" rtl="0">
                        <a:spcBef>
                          <a:spcPts val="0"/>
                        </a:spcBef>
                        <a:spcAft>
                          <a:spcPts val="0"/>
                        </a:spcAft>
                        <a:buNone/>
                      </a:pPr>
                      <a:r>
                        <a:rPr lang="en-US" sz="1400" u="none" strike="noStrike" cap="none"/>
                        <a:t>Quantity</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5"/>
                  </a:ext>
                </a:extLst>
              </a:tr>
              <a:tr h="201300">
                <a:tc>
                  <a:txBody>
                    <a:bodyPr/>
                    <a:lstStyle/>
                    <a:p>
                      <a:pPr marL="0" marR="0" lvl="0" indent="0" algn="l" rtl="0">
                        <a:spcBef>
                          <a:spcPts val="0"/>
                        </a:spcBef>
                        <a:spcAft>
                          <a:spcPts val="0"/>
                        </a:spcAft>
                        <a:buNone/>
                      </a:pPr>
                      <a:r>
                        <a:rPr lang="en-US" sz="1400" u="none" strike="noStrike" cap="none"/>
                        <a:t>Sales_Price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6"/>
                  </a:ext>
                </a:extLst>
              </a:tr>
              <a:tr h="201300">
                <a:tc>
                  <a:txBody>
                    <a:bodyPr/>
                    <a:lstStyle/>
                    <a:p>
                      <a:pPr marL="0" marR="0" lvl="0" indent="0" algn="l" rtl="0">
                        <a:spcBef>
                          <a:spcPts val="0"/>
                        </a:spcBef>
                        <a:spcAft>
                          <a:spcPts val="0"/>
                        </a:spcAft>
                        <a:buNone/>
                      </a:pPr>
                      <a:r>
                        <a:rPr lang="en-US" sz="1400" u="none" strike="noStrike" cap="none"/>
                        <a:t>Discount_Value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7"/>
                  </a:ext>
                </a:extLst>
              </a:tr>
              <a:tr h="201300">
                <a:tc>
                  <a:txBody>
                    <a:bodyPr/>
                    <a:lstStyle/>
                    <a:p>
                      <a:pPr marL="0" marR="0" lvl="0" indent="0" algn="l" rtl="0">
                        <a:spcBef>
                          <a:spcPts val="0"/>
                        </a:spcBef>
                        <a:spcAft>
                          <a:spcPts val="0"/>
                        </a:spcAft>
                        <a:buNone/>
                      </a:pPr>
                      <a:r>
                        <a:rPr lang="en-US" sz="1400" u="none" strike="noStrike" cap="none"/>
                        <a:t>Vat_Value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8"/>
                  </a:ext>
                </a:extLst>
              </a:tr>
              <a:tr h="201300">
                <a:tc>
                  <a:txBody>
                    <a:bodyPr/>
                    <a:lstStyle/>
                    <a:p>
                      <a:pPr marL="0" marR="0" lvl="0" indent="0" algn="l" rtl="0">
                        <a:spcBef>
                          <a:spcPts val="0"/>
                        </a:spcBef>
                        <a:spcAft>
                          <a:spcPts val="0"/>
                        </a:spcAft>
                        <a:buNone/>
                      </a:pPr>
                      <a:r>
                        <a:rPr lang="en-US" sz="1400" u="none" strike="noStrike" cap="none"/>
                        <a:t>Net_Transaction</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09"/>
                  </a:ext>
                </a:extLst>
              </a:tr>
              <a:tr h="201300">
                <a:tc>
                  <a:txBody>
                    <a:bodyPr/>
                    <a:lstStyle/>
                    <a:p>
                      <a:pPr marL="0" marR="0" lvl="0" indent="0" algn="l" rtl="0">
                        <a:spcBef>
                          <a:spcPts val="0"/>
                        </a:spcBef>
                        <a:spcAft>
                          <a:spcPts val="0"/>
                        </a:spcAft>
                        <a:buNone/>
                      </a:pPr>
                      <a:r>
                        <a:rPr lang="en-US" sz="1400" u="none" strike="noStrike" cap="none"/>
                        <a:t>Branch_Id</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0"/>
                  </a:ext>
                </a:extLst>
              </a:tr>
              <a:tr h="201300">
                <a:tc>
                  <a:txBody>
                    <a:bodyPr/>
                    <a:lstStyle/>
                    <a:p>
                      <a:pPr marL="0" marR="0" lvl="0" indent="0" algn="l" rtl="0">
                        <a:spcBef>
                          <a:spcPts val="0"/>
                        </a:spcBef>
                        <a:spcAft>
                          <a:spcPts val="0"/>
                        </a:spcAft>
                        <a:buNone/>
                      </a:pPr>
                      <a:r>
                        <a:rPr lang="en-US" sz="1400" u="none" strike="noStrike" cap="none"/>
                        <a:t>Branch_Name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String</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1"/>
                  </a:ext>
                </a:extLst>
              </a:tr>
              <a:tr h="201300">
                <a:tc>
                  <a:txBody>
                    <a:bodyPr/>
                    <a:lstStyle/>
                    <a:p>
                      <a:pPr marL="0" marR="0" lvl="0" indent="0" algn="l" rtl="0">
                        <a:spcBef>
                          <a:spcPts val="0"/>
                        </a:spcBef>
                        <a:spcAft>
                          <a:spcPts val="0"/>
                        </a:spcAft>
                        <a:buNone/>
                      </a:pPr>
                      <a:r>
                        <a:rPr lang="en-US" sz="1400" u="none" strike="noStrike" cap="none"/>
                        <a:t>Branch_Location</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String</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2"/>
                  </a:ext>
                </a:extLst>
              </a:tr>
              <a:tr h="201300">
                <a:tc>
                  <a:txBody>
                    <a:bodyPr/>
                    <a:lstStyle/>
                    <a:p>
                      <a:pPr marL="0" marR="0" lvl="0" indent="0" algn="l" rtl="0">
                        <a:spcBef>
                          <a:spcPts val="0"/>
                        </a:spcBef>
                        <a:spcAft>
                          <a:spcPts val="0"/>
                        </a:spcAft>
                        <a:buNone/>
                      </a:pPr>
                      <a:r>
                        <a:rPr lang="en-US" sz="1400" u="none" strike="noStrike" cap="none"/>
                        <a:t>Category_ID</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Integer</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3"/>
                  </a:ext>
                </a:extLst>
              </a:tr>
              <a:tr h="201300">
                <a:tc>
                  <a:txBody>
                    <a:bodyPr/>
                    <a:lstStyle/>
                    <a:p>
                      <a:pPr marL="0" marR="0" lvl="0" indent="0" algn="l" rtl="0">
                        <a:spcBef>
                          <a:spcPts val="0"/>
                        </a:spcBef>
                        <a:spcAft>
                          <a:spcPts val="0"/>
                        </a:spcAft>
                        <a:buNone/>
                      </a:pPr>
                      <a:r>
                        <a:rPr lang="en-US" sz="1400" u="none" strike="noStrike" cap="none"/>
                        <a:t>Category_Name</a:t>
                      </a:r>
                      <a:endParaRPr sz="1400" u="none" strike="noStrike" cap="none">
                        <a:solidFill>
                          <a:schemeClr val="dk1"/>
                        </a:solidFill>
                        <a:latin typeface="Calibri"/>
                        <a:ea typeface="Calibri"/>
                        <a:cs typeface="Calibri"/>
                        <a:sym typeface="Calibri"/>
                      </a:endParaRPr>
                    </a:p>
                  </a:txBody>
                  <a:tcPr marL="68575" marR="68575" marT="0" marB="0" anchor="ctr"/>
                </a:tc>
                <a:tc>
                  <a:txBody>
                    <a:bodyPr/>
                    <a:lstStyle/>
                    <a:p>
                      <a:pPr marL="0" marR="0" lvl="0" indent="0" algn="l" rtl="0">
                        <a:spcBef>
                          <a:spcPts val="0"/>
                        </a:spcBef>
                        <a:spcAft>
                          <a:spcPts val="0"/>
                        </a:spcAft>
                        <a:buNone/>
                      </a:pPr>
                      <a:r>
                        <a:rPr lang="en-US" sz="1400" u="none" strike="noStrike" cap="none"/>
                        <a:t>String</a:t>
                      </a:r>
                      <a:endParaRPr sz="1400" u="none" strike="noStrike" cap="none">
                        <a:solidFill>
                          <a:schemeClr val="dk1"/>
                        </a:solidFill>
                        <a:latin typeface="Calibri"/>
                        <a:ea typeface="Calibri"/>
                        <a:cs typeface="Calibri"/>
                        <a:sym typeface="Calibri"/>
                      </a:endParaRPr>
                    </a:p>
                  </a:txBody>
                  <a:tcPr marL="68575" marR="68575" marT="0" marB="0" anchor="ctr"/>
                </a:tc>
                <a:extLst>
                  <a:ext uri="{0D108BD9-81ED-4DB2-BD59-A6C34878D82A}">
                    <a16:rowId xmlns:a16="http://schemas.microsoft.com/office/drawing/2014/main" val="10014"/>
                  </a:ext>
                </a:extLst>
              </a:tr>
            </a:tbl>
          </a:graphicData>
        </a:graphic>
      </p:graphicFrame>
      <p:pic>
        <p:nvPicPr>
          <p:cNvPr id="7" name="Picture 6">
            <a:extLst>
              <a:ext uri="{FF2B5EF4-FFF2-40B4-BE49-F238E27FC236}">
                <a16:creationId xmlns:a16="http://schemas.microsoft.com/office/drawing/2014/main" id="{A9668331-014D-43DC-9650-EDBBAB720F8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21874" y="1082511"/>
            <a:ext cx="5756103" cy="516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71582" y="194467"/>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Metadata, Data type &amp; Counts</a:t>
            </a:r>
            <a:endParaRPr sz="4000" b="1" dirty="0">
              <a:solidFill>
                <a:srgbClr val="0B5394"/>
              </a:solidFill>
              <a:latin typeface="Calibri" panose="020F0502020204030204" pitchFamily="34" charset="0"/>
              <a:cs typeface="Calibri" panose="020F0502020204030204" pitchFamily="34" charset="0"/>
              <a:sym typeface="Arial"/>
            </a:endParaRPr>
          </a:p>
        </p:txBody>
      </p:sp>
      <p:sp>
        <p:nvSpPr>
          <p:cNvPr id="189" name="Google Shape;189;p14">
            <a:hlinkClick r:id="rId4"/>
          </p:cNvPr>
          <p:cNvSpPr txBox="1">
            <a:spLocks noGrp="1"/>
          </p:cNvSpPr>
          <p:nvPr>
            <p:ph type="body" idx="1"/>
          </p:nvPr>
        </p:nvSpPr>
        <p:spPr>
          <a:xfrm>
            <a:off x="363681" y="1253764"/>
            <a:ext cx="11464500" cy="5250600"/>
          </a:xfrm>
          <a:prstGeom prst="rect">
            <a:avLst/>
          </a:prstGeom>
          <a:noFill/>
          <a:ln>
            <a:noFill/>
          </a:ln>
        </p:spPr>
        <p:txBody>
          <a:bodyPr spcFirstLastPara="1" wrap="square" lIns="91425" tIns="45700" rIns="91425" bIns="45700" anchor="t" anchorCtr="0">
            <a:normAutofit/>
          </a:bodyPr>
          <a:lstStyle/>
          <a:p>
            <a:pPr marL="0" lvl="0" indent="0" algn="just" rtl="0">
              <a:lnSpc>
                <a:spcPct val="125000"/>
              </a:lnSpc>
              <a:spcBef>
                <a:spcPts val="0"/>
              </a:spcBef>
              <a:spcAft>
                <a:spcPts val="0"/>
              </a:spcAft>
              <a:buClr>
                <a:schemeClr val="dk1"/>
              </a:buClr>
              <a:buSzPts val="2200"/>
              <a:buNone/>
            </a:pPr>
            <a:endParaRPr sz="2200" b="1" i="1" dirty="0"/>
          </a:p>
          <a:p>
            <a:pPr marL="9525" marR="0" lvl="0" indent="0" algn="just" rtl="0">
              <a:lnSpc>
                <a:spcPct val="90000"/>
              </a:lnSpc>
              <a:spcBef>
                <a:spcPts val="40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190" name="Google Shape;190;p14" descr="SEO Tags Glyph Black Icon. SEO Marketing Sign. Metadata Vector Pictogram.  Search Engine Symbol. Pictogram for Web Page, Mobile App Stock Illustration  - Illustration of meta, logo: 183574520"/>
          <p:cNvPicPr preferRelativeResize="0"/>
          <p:nvPr/>
        </p:nvPicPr>
        <p:blipFill rotWithShape="1">
          <a:blip r:embed="rId5">
            <a:alphaModFix/>
          </a:blip>
          <a:srcRect/>
          <a:stretch/>
        </p:blipFill>
        <p:spPr>
          <a:xfrm>
            <a:off x="10420318" y="0"/>
            <a:ext cx="1747982" cy="1747982"/>
          </a:xfrm>
          <a:prstGeom prst="rect">
            <a:avLst/>
          </a:prstGeom>
          <a:noFill/>
          <a:ln>
            <a:noFill/>
          </a:ln>
        </p:spPr>
      </p:pic>
      <p:graphicFrame>
        <p:nvGraphicFramePr>
          <p:cNvPr id="191" name="Google Shape;191;p14"/>
          <p:cNvGraphicFramePr/>
          <p:nvPr/>
        </p:nvGraphicFramePr>
        <p:xfrm>
          <a:off x="447375" y="1452212"/>
          <a:ext cx="8976275" cy="5133325"/>
        </p:xfrm>
        <a:graphic>
          <a:graphicData uri="http://schemas.openxmlformats.org/presentationml/2006/ole">
            <mc:AlternateContent xmlns:mc="http://schemas.openxmlformats.org/markup-compatibility/2006">
              <mc:Choice xmlns:v="urn:schemas-microsoft-com:vml" Requires="v">
                <p:oleObj spid="_x0000_s1037" r:id="rId6" imgW="8976275" imgH="5133325" progId="Excel.Sheet.12">
                  <p:embed/>
                </p:oleObj>
              </mc:Choice>
              <mc:Fallback>
                <p:oleObj r:id="rId6" imgW="8976275" imgH="5133325" progId="Excel.Sheet.12">
                  <p:embed/>
                  <p:pic>
                    <p:nvPicPr>
                      <p:cNvPr id="191" name="Google Shape;191;p14"/>
                      <p:cNvPicPr preferRelativeResize="0"/>
                      <p:nvPr/>
                    </p:nvPicPr>
                    <p:blipFill rotWithShape="1">
                      <a:blip r:embed="rId7">
                        <a:alphaModFix/>
                      </a:blip>
                      <a:srcRect/>
                      <a:stretch/>
                    </p:blipFill>
                    <p:spPr>
                      <a:xfrm>
                        <a:off x="447375" y="1452212"/>
                        <a:ext cx="8976275" cy="5133325"/>
                      </a:xfrm>
                      <a:prstGeom prst="rect">
                        <a:avLst/>
                      </a:prstGeom>
                      <a:noFill/>
                      <a:ln>
                        <a:noFill/>
                      </a:ln>
                    </p:spPr>
                  </p:pic>
                </p:oleObj>
              </mc:Fallback>
            </mc:AlternateContent>
          </a:graphicData>
        </a:graphic>
      </p:graphicFrame>
      <p:sp>
        <p:nvSpPr>
          <p:cNvPr id="192" name="Google Shape;192;p14"/>
          <p:cNvSpPr txBox="1"/>
          <p:nvPr/>
        </p:nvSpPr>
        <p:spPr>
          <a:xfrm>
            <a:off x="9367700" y="2097275"/>
            <a:ext cx="2628600" cy="132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600" dirty="0">
                <a:latin typeface="Calibri" panose="020F0502020204030204" pitchFamily="34" charset="0"/>
                <a:cs typeface="Calibri" panose="020F0502020204030204" pitchFamily="34" charset="0"/>
              </a:rPr>
              <a:t> </a:t>
            </a:r>
            <a:r>
              <a:rPr lang="en-US" sz="1500" dirty="0">
                <a:latin typeface="Calibri" panose="020F0502020204030204" pitchFamily="34" charset="0"/>
                <a:cs typeface="Calibri" panose="020F0502020204030204" pitchFamily="34" charset="0"/>
              </a:rPr>
              <a:t>click </a:t>
            </a:r>
            <a:r>
              <a:rPr lang="en-US" sz="1200" u="sng" dirty="0">
                <a:latin typeface="Calibri" panose="020F0502020204030204" pitchFamily="34" charset="0"/>
                <a:cs typeface="Calibri" panose="020F0502020204030204" pitchFamily="34" charset="0"/>
                <a:hlinkClick r:id="rId4"/>
              </a:rPr>
              <a:t>Metadata.xlsx</a:t>
            </a:r>
            <a:r>
              <a:rPr lang="en-US" sz="1500" dirty="0">
                <a:latin typeface="Calibri" panose="020F0502020204030204" pitchFamily="34" charset="0"/>
                <a:cs typeface="Calibri" panose="020F0502020204030204" pitchFamily="34" charset="0"/>
              </a:rPr>
              <a:t> to preview </a:t>
            </a:r>
            <a:endParaRPr sz="15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D67618A-E934-441B-B459-D9883452F315}"/>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316153" y="957627"/>
            <a:ext cx="7661372" cy="42012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6"/>
        <p:cNvGrpSpPr/>
        <p:nvPr/>
      </p:nvGrpSpPr>
      <p:grpSpPr>
        <a:xfrm>
          <a:off x="0" y="0"/>
          <a:ext cx="0" cy="0"/>
          <a:chOff x="0" y="0"/>
          <a:chExt cx="0" cy="0"/>
        </a:xfrm>
      </p:grpSpPr>
      <p:sp>
        <p:nvSpPr>
          <p:cNvPr id="76" name="Rectangle 75">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nvGrpSpPr>
          <p:cNvPr id="78" name="Group 77">
            <a:extLst>
              <a:ext uri="{FF2B5EF4-FFF2-40B4-BE49-F238E27FC236}">
                <a16:creationId xmlns:a16="http://schemas.microsoft.com/office/drawing/2014/main" id="{8E77C8C8-0B5F-40A4-8AE7-665FECB46F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79" name="Rectangle 78">
              <a:extLst>
                <a:ext uri="{FF2B5EF4-FFF2-40B4-BE49-F238E27FC236}">
                  <a16:creationId xmlns:a16="http://schemas.microsoft.com/office/drawing/2014/main" id="{2813FAB4-E18A-4CFA-B75B-92090037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80" name="Isosceles Triangle 79">
              <a:extLst>
                <a:ext uri="{FF2B5EF4-FFF2-40B4-BE49-F238E27FC236}">
                  <a16:creationId xmlns:a16="http://schemas.microsoft.com/office/drawing/2014/main" id="{412C0C28-5850-4F97-8E19-24B1DD749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sp>
        <p:nvSpPr>
          <p:cNvPr id="197" name="Google Shape;197;p15"/>
          <p:cNvSpPr txBox="1">
            <a:spLocks noGrp="1"/>
          </p:cNvSpPr>
          <p:nvPr>
            <p:ph type="title"/>
          </p:nvPr>
        </p:nvSpPr>
        <p:spPr>
          <a:xfrm>
            <a:off x="643467" y="321734"/>
            <a:ext cx="10905066" cy="1135737"/>
          </a:xfrm>
          <a:prstGeom prst="rect">
            <a:avLst/>
          </a:prstGeom>
        </p:spPr>
        <p:txBody>
          <a:bodyPr spcFirstLastPara="1" lIns="91425" tIns="45700" rIns="91425" bIns="45700" anchorCtr="0">
            <a:normAutofit/>
          </a:bodyPr>
          <a:lstStyle/>
          <a:p>
            <a:pPr marL="457200" marR="0" lvl="1" indent="0" rtl="0">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rPr>
              <a:t>Policies for access, sharing &amp; reuse</a:t>
            </a:r>
          </a:p>
        </p:txBody>
      </p:sp>
      <p:pic>
        <p:nvPicPr>
          <p:cNvPr id="199" name="Google Shape;199;p15" descr="Policy - Free security icons"/>
          <p:cNvPicPr preferRelativeResize="0"/>
          <p:nvPr/>
        </p:nvPicPr>
        <p:blipFill rotWithShape="1">
          <a:blip r:embed="rId3"/>
          <a:stretch/>
        </p:blipFill>
        <p:spPr>
          <a:xfrm>
            <a:off x="643467" y="1782981"/>
            <a:ext cx="3483864" cy="3483864"/>
          </a:xfrm>
          <a:prstGeom prst="rect">
            <a:avLst/>
          </a:prstGeom>
          <a:noFill/>
        </p:spPr>
      </p:pic>
      <p:sp>
        <p:nvSpPr>
          <p:cNvPr id="198" name="Google Shape;198;p15"/>
          <p:cNvSpPr txBox="1">
            <a:spLocks noGrp="1"/>
          </p:cNvSpPr>
          <p:nvPr>
            <p:ph type="body" idx="1"/>
          </p:nvPr>
        </p:nvSpPr>
        <p:spPr>
          <a:xfrm>
            <a:off x="4705597" y="1782981"/>
            <a:ext cx="6842935" cy="4393982"/>
          </a:xfrm>
          <a:prstGeom prst="rect">
            <a:avLst/>
          </a:prstGeom>
        </p:spPr>
        <p:txBody>
          <a:bodyPr spcFirstLastPara="1" lIns="91425" tIns="45700" rIns="91425" bIns="45700" anchorCtr="0">
            <a:normAutofit fontScale="92500" lnSpcReduction="10000"/>
          </a:bodyPr>
          <a:lstStyle/>
          <a:p>
            <a:pPr marL="238125" marR="0" lvl="0" indent="0" rtl="0">
              <a:spcBef>
                <a:spcPts val="0"/>
              </a:spcBef>
              <a:spcAft>
                <a:spcPts val="0"/>
              </a:spcAft>
              <a:buClr>
                <a:schemeClr val="dk1"/>
              </a:buClr>
              <a:buSzPct val="100000"/>
              <a:buNone/>
            </a:pPr>
            <a:r>
              <a:rPr lang="en-US" sz="2000" dirty="0"/>
              <a:t>In our system we are dealing with a sensitive data and this data is dedicated only for the retail store which will use the system, so we must put a high restriction on access and use the data</a:t>
            </a:r>
            <a:r>
              <a:rPr lang="en-US" sz="2000" i="1" dirty="0"/>
              <a:t>.</a:t>
            </a:r>
            <a:endParaRPr lang="en-US" sz="2000" dirty="0"/>
          </a:p>
          <a:p>
            <a:pPr marL="238125" marR="0" lvl="0" indent="0" rtl="0">
              <a:spcBef>
                <a:spcPts val="800"/>
              </a:spcBef>
              <a:spcAft>
                <a:spcPts val="0"/>
              </a:spcAft>
              <a:buClr>
                <a:schemeClr val="dk1"/>
              </a:buClr>
              <a:buSzPct val="100000"/>
              <a:buNone/>
            </a:pPr>
            <a:endParaRPr lang="en-US" sz="2000" dirty="0"/>
          </a:p>
          <a:p>
            <a:pPr marL="238125" marR="0" lvl="0" indent="0" rtl="0">
              <a:spcBef>
                <a:spcPts val="800"/>
              </a:spcBef>
              <a:spcAft>
                <a:spcPts val="0"/>
              </a:spcAft>
              <a:buClr>
                <a:schemeClr val="dk1"/>
              </a:buClr>
              <a:buSzPct val="100000"/>
              <a:buNone/>
            </a:pPr>
            <a:r>
              <a:rPr lang="en-US" sz="2000" dirty="0"/>
              <a:t>For the system customers they will have the following authorities:</a:t>
            </a:r>
          </a:p>
          <a:p>
            <a:pPr marL="238125" marR="0" lvl="0" indent="0" rtl="0">
              <a:spcBef>
                <a:spcPts val="800"/>
              </a:spcBef>
              <a:spcAft>
                <a:spcPts val="0"/>
              </a:spcAft>
              <a:buClr>
                <a:schemeClr val="dk1"/>
              </a:buClr>
              <a:buSzPct val="100000"/>
              <a:buNone/>
            </a:pPr>
            <a:endParaRPr lang="en-US" sz="2000" dirty="0"/>
          </a:p>
          <a:p>
            <a:pPr marL="342900" marR="0" lvl="0" indent="-342900" rtl="0">
              <a:spcBef>
                <a:spcPts val="800"/>
              </a:spcBef>
              <a:spcAft>
                <a:spcPts val="0"/>
              </a:spcAft>
              <a:buClr>
                <a:schemeClr val="dk1"/>
              </a:buClr>
              <a:buSzPct val="100000"/>
              <a:buFont typeface="Wingdings" panose="05000000000000000000" pitchFamily="2" charset="2"/>
              <a:buChar char="q"/>
            </a:pPr>
            <a:r>
              <a:rPr lang="en-US" sz="2000" dirty="0"/>
              <a:t>Connect their point of sales API with our system for data integration.</a:t>
            </a:r>
          </a:p>
          <a:p>
            <a:pPr marL="342900" marR="0" lvl="0" indent="-342900" rtl="0">
              <a:spcBef>
                <a:spcPts val="800"/>
              </a:spcBef>
              <a:spcAft>
                <a:spcPts val="0"/>
              </a:spcAft>
              <a:buClr>
                <a:schemeClr val="dk1"/>
              </a:buClr>
              <a:buSzPct val="100000"/>
              <a:buFont typeface="Wingdings" panose="05000000000000000000" pitchFamily="2" charset="2"/>
              <a:buChar char="q"/>
            </a:pPr>
            <a:r>
              <a:rPr lang="en-US" sz="2000" dirty="0"/>
              <a:t>Use the basic features to get a result from the system model offer recommendation and dashboard.</a:t>
            </a:r>
          </a:p>
          <a:p>
            <a:pPr marL="342900" marR="0" lvl="0" indent="-342900" rtl="0">
              <a:spcBef>
                <a:spcPts val="800"/>
              </a:spcBef>
              <a:spcAft>
                <a:spcPts val="0"/>
              </a:spcAft>
              <a:buClr>
                <a:schemeClr val="dk1"/>
              </a:buClr>
              <a:buSzPct val="100000"/>
              <a:buFont typeface="Wingdings" panose="05000000000000000000" pitchFamily="2" charset="2"/>
              <a:buChar char="q"/>
            </a:pPr>
            <a:r>
              <a:rPr lang="en-US" sz="2000" dirty="0"/>
              <a:t>Export the result from the system.</a:t>
            </a:r>
          </a:p>
          <a:p>
            <a:pPr marL="342900" marR="0" lvl="0" indent="-342900" rtl="0">
              <a:spcBef>
                <a:spcPts val="800"/>
              </a:spcBef>
              <a:spcAft>
                <a:spcPts val="0"/>
              </a:spcAft>
              <a:buClr>
                <a:schemeClr val="dk1"/>
              </a:buClr>
              <a:buSzPct val="100000"/>
              <a:buFont typeface="Wingdings" panose="05000000000000000000" pitchFamily="2" charset="2"/>
              <a:buChar char="q"/>
            </a:pPr>
            <a:r>
              <a:rPr lang="en-US" sz="2000" dirty="0"/>
              <a:t>Delete their databases and the generated results from the local and cloud server.</a:t>
            </a:r>
          </a:p>
          <a:p>
            <a:pPr marL="466725" marR="0" lvl="0" indent="0" rtl="0">
              <a:spcBef>
                <a:spcPts val="800"/>
              </a:spcBef>
              <a:spcAft>
                <a:spcPts val="0"/>
              </a:spcAft>
              <a:buClr>
                <a:schemeClr val="dk1"/>
              </a:buClr>
              <a:buSzPct val="100000"/>
              <a:buNone/>
            </a:pPr>
            <a:r>
              <a:rPr lang="en-US" sz="2000" b="1" dirty="0">
                <a:latin typeface="Calibri" panose="020F0502020204030204" pitchFamily="34" charset="0"/>
                <a:ea typeface="Times New Roman"/>
                <a:cs typeface="Calibri" panose="020F0502020204030204" pitchFamily="34" charset="0"/>
                <a:sym typeface="Times New Roman"/>
              </a:rPr>
              <a:t> </a:t>
            </a:r>
            <a:endParaRPr lang="en-US" sz="2000" i="1" dirty="0"/>
          </a:p>
          <a:p>
            <a:pPr marL="0" marR="0" lvl="0" indent="0" rtl="0">
              <a:spcBef>
                <a:spcPts val="800"/>
              </a:spcBef>
              <a:spcAft>
                <a:spcPts val="0"/>
              </a:spcAft>
              <a:buClr>
                <a:schemeClr val="dk1"/>
              </a:buClr>
              <a:buSzPct val="100000"/>
              <a:buNone/>
            </a:pPr>
            <a:endParaRPr lang="en-US" sz="2000" dirty="0"/>
          </a:p>
          <a:p>
            <a:pPr marL="0" marR="0" lvl="0" indent="0" rtl="0">
              <a:spcBef>
                <a:spcPts val="400"/>
              </a:spcBef>
              <a:spcAft>
                <a:spcPts val="0"/>
              </a:spcAft>
              <a:buClr>
                <a:schemeClr val="dk1"/>
              </a:buClr>
              <a:buSzPct val="100000"/>
              <a:buNone/>
            </a:pPr>
            <a:endParaRPr lang="en-US" sz="2000" b="1" dirty="0"/>
          </a:p>
          <a:p>
            <a:pPr marL="0" marR="0" lvl="0" indent="0" rtl="0">
              <a:spcBef>
                <a:spcPts val="400"/>
              </a:spcBef>
              <a:spcAft>
                <a:spcPts val="0"/>
              </a:spcAft>
              <a:buClr>
                <a:schemeClr val="dk1"/>
              </a:buClr>
              <a:buSzPct val="100000"/>
              <a:buNone/>
            </a:pPr>
            <a:endParaRPr lang="en-US" sz="2000" b="1" dirty="0"/>
          </a:p>
          <a:p>
            <a:pPr marL="0" lvl="0" indent="0" rtl="0">
              <a:spcBef>
                <a:spcPts val="400"/>
              </a:spcBef>
              <a:spcAft>
                <a:spcPts val="0"/>
              </a:spcAft>
              <a:buClr>
                <a:schemeClr val="dk1"/>
              </a:buClr>
              <a:buSzPct val="100000"/>
              <a:buNone/>
            </a:pPr>
            <a:endParaRPr lang="en-US" sz="2000" b="1" dirty="0"/>
          </a:p>
          <a:p>
            <a:pPr marL="89535" lvl="0" indent="7619" rtl="0">
              <a:spcBef>
                <a:spcPts val="400"/>
              </a:spcBef>
              <a:spcAft>
                <a:spcPts val="0"/>
              </a:spcAft>
              <a:buClr>
                <a:schemeClr val="dk1"/>
              </a:buClr>
              <a:buSzPct val="100000"/>
              <a:buNone/>
            </a:pPr>
            <a:endParaRPr lang="en-US" sz="2000" b="1" dirty="0">
              <a:latin typeface="Calibri" panose="020F0502020204030204" pitchFamily="34" charset="0"/>
              <a:ea typeface="Arial"/>
              <a:cs typeface="Calibri" panose="020F0502020204030204" pitchFamily="34" charset="0"/>
              <a:sym typeface="Arial"/>
            </a:endParaRPr>
          </a:p>
          <a:p>
            <a:pPr marL="0" lvl="0" indent="0" rtl="0">
              <a:spcBef>
                <a:spcPts val="1400"/>
              </a:spcBef>
              <a:spcAft>
                <a:spcPts val="0"/>
              </a:spcAft>
              <a:buClr>
                <a:schemeClr val="dk1"/>
              </a:buClr>
              <a:buSzPct val="100000"/>
              <a:buNone/>
            </a:pPr>
            <a:endParaRPr lang="en-US" sz="2000" dirty="0">
              <a:latin typeface="Calibri" panose="020F0502020204030204" pitchFamily="34" charset="0"/>
              <a:ea typeface="Arial"/>
              <a:cs typeface="Calibri" panose="020F0502020204030204" pitchFamily="34" charset="0"/>
              <a:sym typeface="Arial"/>
            </a:endParaRPr>
          </a:p>
        </p:txBody>
      </p:sp>
      <p:grpSp>
        <p:nvGrpSpPr>
          <p:cNvPr id="82" name="Group 8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83" name="Isosceles Triangle 8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84" name="Rectangle 8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pic>
        <p:nvPicPr>
          <p:cNvPr id="12" name="Picture 11">
            <a:extLst>
              <a:ext uri="{FF2B5EF4-FFF2-40B4-BE49-F238E27FC236}">
                <a16:creationId xmlns:a16="http://schemas.microsoft.com/office/drawing/2014/main" id="{322429D3-8029-4B53-A861-24111FE527E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14565" y="1101944"/>
            <a:ext cx="8376210" cy="382952"/>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6"/>
          <p:cNvSpPr txBox="1">
            <a:spLocks noGrp="1"/>
          </p:cNvSpPr>
          <p:nvPr>
            <p:ph type="title"/>
          </p:nvPr>
        </p:nvSpPr>
        <p:spPr>
          <a:xfrm>
            <a:off x="127000" y="447532"/>
            <a:ext cx="10515600" cy="1325563"/>
          </a:xfrm>
          <a:prstGeom prst="rect">
            <a:avLst/>
          </a:prstGeom>
          <a:noFill/>
          <a:ln>
            <a:noFill/>
          </a:ln>
        </p:spPr>
        <p:txBody>
          <a:bodyPr spcFirstLastPara="1" wrap="square" lIns="91425" tIns="45700" rIns="91425" bIns="45700" anchor="ctr" anchorCtr="0">
            <a:normAutofit/>
          </a:bodyPr>
          <a:lstStyle/>
          <a:p>
            <a:pPr marL="457200" marR="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Policies for access, sharing &amp; reuse</a:t>
            </a:r>
            <a:endParaRPr dirty="0">
              <a:solidFill>
                <a:srgbClr val="0B5394"/>
              </a:solidFill>
              <a:latin typeface="Calibri" panose="020F0502020204030204" pitchFamily="34" charset="0"/>
              <a:cs typeface="Calibri" panose="020F0502020204030204" pitchFamily="34" charset="0"/>
            </a:endParaRPr>
          </a:p>
        </p:txBody>
      </p:sp>
      <p:sp>
        <p:nvSpPr>
          <p:cNvPr id="205" name="Google Shape;205;p16"/>
          <p:cNvSpPr txBox="1">
            <a:spLocks noGrp="1"/>
          </p:cNvSpPr>
          <p:nvPr>
            <p:ph type="body" idx="1"/>
          </p:nvPr>
        </p:nvSpPr>
        <p:spPr>
          <a:xfrm>
            <a:off x="284018" y="1976457"/>
            <a:ext cx="11464637" cy="4434011"/>
          </a:xfrm>
          <a:prstGeom prst="rect">
            <a:avLst/>
          </a:prstGeom>
          <a:noFill/>
          <a:ln>
            <a:noFill/>
          </a:ln>
        </p:spPr>
        <p:txBody>
          <a:bodyPr spcFirstLastPara="1" wrap="square" lIns="91425" tIns="45700" rIns="91425" bIns="45700" anchor="t" anchorCtr="0">
            <a:normAutofit/>
          </a:bodyPr>
          <a:lstStyle/>
          <a:p>
            <a:pPr marL="9525" marR="0" lvl="0" indent="0" algn="just" rtl="0">
              <a:lnSpc>
                <a:spcPct val="90000"/>
              </a:lnSpc>
              <a:spcBef>
                <a:spcPts val="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206" name="Google Shape;206;p16" descr="Policy - Free security icons"/>
          <p:cNvPicPr preferRelativeResize="0"/>
          <p:nvPr/>
        </p:nvPicPr>
        <p:blipFill rotWithShape="1">
          <a:blip r:embed="rId3">
            <a:alphaModFix/>
          </a:blip>
          <a:srcRect/>
          <a:stretch/>
        </p:blipFill>
        <p:spPr>
          <a:xfrm>
            <a:off x="10723419" y="683204"/>
            <a:ext cx="1089891" cy="1089891"/>
          </a:xfrm>
          <a:prstGeom prst="rect">
            <a:avLst/>
          </a:prstGeom>
          <a:noFill/>
          <a:ln>
            <a:noFill/>
          </a:ln>
        </p:spPr>
      </p:pic>
      <p:sp>
        <p:nvSpPr>
          <p:cNvPr id="207" name="Google Shape;207;p16"/>
          <p:cNvSpPr txBox="1"/>
          <p:nvPr/>
        </p:nvSpPr>
        <p:spPr>
          <a:xfrm>
            <a:off x="692728" y="2397948"/>
            <a:ext cx="10390908" cy="3810233"/>
          </a:xfrm>
          <a:prstGeom prst="rect">
            <a:avLst/>
          </a:prstGeom>
          <a:noFill/>
          <a:ln>
            <a:noFill/>
          </a:ln>
        </p:spPr>
        <p:txBody>
          <a:bodyPr spcFirstLastPara="1" wrap="square" lIns="91425" tIns="45700" rIns="91425" bIns="45700" anchor="t" anchorCtr="0">
            <a:spAutoFit/>
          </a:bodyPr>
          <a:lstStyle/>
          <a:p>
            <a:pPr marL="0" marR="0" lvl="0" indent="0" algn="just" rtl="0">
              <a:lnSpc>
                <a:spcPct val="80000"/>
              </a:lnSpc>
              <a:spcBef>
                <a:spcPts val="0"/>
              </a:spcBef>
              <a:spcAft>
                <a:spcPts val="0"/>
              </a:spcAft>
              <a:buNone/>
            </a:pPr>
            <a:r>
              <a:rPr lang="en-US" sz="2800" b="0" i="0" u="none" strike="noStrike" cap="none" dirty="0">
                <a:solidFill>
                  <a:schemeClr val="dk1"/>
                </a:solidFill>
                <a:latin typeface="Calibri"/>
                <a:ea typeface="Calibri"/>
                <a:cs typeface="Calibri"/>
                <a:sym typeface="Calibri"/>
              </a:rPr>
              <a:t>For the system Admin they will have the following authorities:</a:t>
            </a:r>
            <a:endParaRPr sz="1800" dirty="0">
              <a:latin typeface="Calibri" panose="020F0502020204030204" pitchFamily="34" charset="0"/>
              <a:cs typeface="Calibri" panose="020F0502020204030204" pitchFamily="34" charset="0"/>
            </a:endParaRPr>
          </a:p>
          <a:p>
            <a:pPr marL="342900" marR="0" lvl="0" indent="-215900" algn="just" rtl="0">
              <a:lnSpc>
                <a:spcPct val="80000"/>
              </a:lnSpc>
              <a:spcBef>
                <a:spcPts val="800"/>
              </a:spcBef>
              <a:spcAft>
                <a:spcPts val="0"/>
              </a:spcAft>
              <a:buClr>
                <a:schemeClr val="dk1"/>
              </a:buClr>
              <a:buSzPts val="2000"/>
              <a:buFont typeface="Calibri"/>
              <a:buNone/>
            </a:pPr>
            <a:endParaRPr sz="2800" b="0" i="0" u="none" strike="noStrike" cap="none" dirty="0">
              <a:solidFill>
                <a:schemeClr val="dk1"/>
              </a:solidFill>
              <a:latin typeface="Calibri"/>
              <a:ea typeface="Calibri"/>
              <a:cs typeface="Calibri"/>
              <a:sym typeface="Calibri"/>
            </a:endParaRPr>
          </a:p>
          <a:p>
            <a:pPr marL="342900" indent="-342900" algn="just">
              <a:lnSpc>
                <a:spcPct val="80000"/>
              </a:lnSpc>
              <a:spcBef>
                <a:spcPts val="800"/>
              </a:spcBef>
              <a:buFont typeface="Wingdings" panose="05000000000000000000" pitchFamily="2" charset="2"/>
              <a:buChar char="q"/>
            </a:pPr>
            <a:r>
              <a:rPr lang="en-US" sz="2800" dirty="0">
                <a:solidFill>
                  <a:schemeClr val="dk1"/>
                </a:solidFill>
                <a:latin typeface="Calibri"/>
                <a:cs typeface="Calibri"/>
                <a:sym typeface="Calibri"/>
              </a:rPr>
              <a:t>Monitor a real time dashboard for offers performance.</a:t>
            </a:r>
            <a:endParaRPr lang="en-US" sz="2800" dirty="0">
              <a:solidFill>
                <a:schemeClr val="dk1"/>
              </a:solidFill>
              <a:latin typeface="Calibri"/>
              <a:cs typeface="Calibri"/>
            </a:endParaRPr>
          </a:p>
          <a:p>
            <a:pPr marL="342900" marR="0" lvl="0" indent="-342900" algn="just" rtl="0">
              <a:lnSpc>
                <a:spcPct val="80000"/>
              </a:lnSpc>
              <a:spcBef>
                <a:spcPts val="800"/>
              </a:spcBef>
              <a:spcAft>
                <a:spcPts val="0"/>
              </a:spcAft>
              <a:buFont typeface="Wingdings" panose="05000000000000000000" pitchFamily="2" charset="2"/>
              <a:buChar char="q"/>
            </a:pPr>
            <a:endParaRPr sz="2800" dirty="0">
              <a:solidFill>
                <a:schemeClr val="dk1"/>
              </a:solidFill>
              <a:latin typeface="Calibri"/>
              <a:cs typeface="Calibri"/>
              <a:sym typeface="Calibri"/>
            </a:endParaRPr>
          </a:p>
          <a:p>
            <a:pPr marL="342900" marR="0" lvl="0" indent="-342900" algn="just" rtl="0">
              <a:lnSpc>
                <a:spcPct val="80000"/>
              </a:lnSpc>
              <a:spcBef>
                <a:spcPts val="800"/>
              </a:spcBef>
              <a:spcAft>
                <a:spcPts val="0"/>
              </a:spcAft>
              <a:buFont typeface="Wingdings" panose="05000000000000000000" pitchFamily="2" charset="2"/>
              <a:buChar char="q"/>
            </a:pPr>
            <a:r>
              <a:rPr lang="en-US" sz="2800" b="0" i="0" u="none" strike="noStrike" cap="none" dirty="0">
                <a:solidFill>
                  <a:schemeClr val="dk1"/>
                </a:solidFill>
                <a:latin typeface="Calibri"/>
                <a:ea typeface="Calibri"/>
                <a:cs typeface="Calibri"/>
                <a:sym typeface="Calibri"/>
              </a:rPr>
              <a:t> View the system code for model tuning, auditing, features enhancements and software upgrade         in general.</a:t>
            </a:r>
            <a:endParaRPr sz="1800" dirty="0">
              <a:latin typeface="Calibri" panose="020F0502020204030204" pitchFamily="34" charset="0"/>
              <a:cs typeface="Calibri" panose="020F0502020204030204" pitchFamily="34" charset="0"/>
            </a:endParaRPr>
          </a:p>
          <a:p>
            <a:pPr marL="342900" marR="0" lvl="0" indent="-342900" algn="just" rtl="0">
              <a:lnSpc>
                <a:spcPct val="80000"/>
              </a:lnSpc>
              <a:spcBef>
                <a:spcPts val="800"/>
              </a:spcBef>
              <a:spcAft>
                <a:spcPts val="0"/>
              </a:spcAft>
              <a:buFont typeface="Wingdings" panose="05000000000000000000" pitchFamily="2" charset="2"/>
              <a:buChar char="q"/>
            </a:pPr>
            <a:endParaRPr sz="2800" b="0" i="0" u="none" strike="noStrike" cap="none" dirty="0">
              <a:solidFill>
                <a:schemeClr val="dk1"/>
              </a:solidFill>
              <a:latin typeface="Calibri"/>
              <a:ea typeface="Calibri"/>
              <a:cs typeface="Calibri"/>
              <a:sym typeface="Calibri"/>
            </a:endParaRPr>
          </a:p>
          <a:p>
            <a:pPr marL="342900" marR="0" lvl="0" indent="-342900" algn="just" rtl="0">
              <a:lnSpc>
                <a:spcPct val="80000"/>
              </a:lnSpc>
              <a:spcBef>
                <a:spcPts val="800"/>
              </a:spcBef>
              <a:spcAft>
                <a:spcPts val="0"/>
              </a:spcAft>
              <a:buFont typeface="Wingdings" panose="05000000000000000000" pitchFamily="2" charset="2"/>
              <a:buChar char="q"/>
            </a:pPr>
            <a:r>
              <a:rPr lang="en-US" sz="2800" b="0" i="0" u="none" strike="noStrike" cap="none" dirty="0">
                <a:solidFill>
                  <a:schemeClr val="dk1"/>
                </a:solidFill>
                <a:latin typeface="Calibri"/>
                <a:ea typeface="Calibri"/>
                <a:cs typeface="Calibri"/>
                <a:sym typeface="Calibri"/>
              </a:rPr>
              <a:t> Integrate the system APIs, cloud, and local servers to save the data for short and long-terms</a:t>
            </a:r>
            <a:r>
              <a:rPr lang="en-US" sz="2400" b="0" i="0" u="none" strike="noStrike" cap="none" dirty="0">
                <a:solidFill>
                  <a:schemeClr val="dk1"/>
                </a:solidFill>
                <a:latin typeface="Calibri" panose="020F0502020204030204" pitchFamily="34" charset="0"/>
                <a:ea typeface="Times New Roman"/>
                <a:cs typeface="Calibri" panose="020F0502020204030204" pitchFamily="34" charset="0"/>
                <a:sym typeface="Times New Roman"/>
              </a:rPr>
              <a:t>.</a:t>
            </a:r>
            <a:endParaRPr sz="24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0EDD13B3-EF99-48C6-A411-F096F9A92F7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21874" y="1175499"/>
            <a:ext cx="7738723" cy="516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7"/>
          <p:cNvSpPr txBox="1">
            <a:spLocks noGrp="1"/>
          </p:cNvSpPr>
          <p:nvPr>
            <p:ph type="title"/>
          </p:nvPr>
        </p:nvSpPr>
        <p:spPr>
          <a:xfrm>
            <a:off x="127000" y="447532"/>
            <a:ext cx="10515600" cy="1325563"/>
          </a:xfrm>
          <a:prstGeom prst="rect">
            <a:avLst/>
          </a:prstGeom>
          <a:noFill/>
          <a:ln>
            <a:noFill/>
          </a:ln>
        </p:spPr>
        <p:txBody>
          <a:bodyPr spcFirstLastPara="1" wrap="square" lIns="91425" tIns="45700" rIns="91425" bIns="45700" anchor="ctr" anchorCtr="0">
            <a:normAutofit/>
          </a:bodyPr>
          <a:lstStyle/>
          <a:p>
            <a:pPr marL="457200" marR="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Ethics</a:t>
            </a:r>
            <a:endParaRPr dirty="0">
              <a:solidFill>
                <a:srgbClr val="0B5394"/>
              </a:solidFill>
              <a:latin typeface="Calibri" panose="020F0502020204030204" pitchFamily="34" charset="0"/>
              <a:cs typeface="Calibri" panose="020F0502020204030204" pitchFamily="34" charset="0"/>
            </a:endParaRPr>
          </a:p>
        </p:txBody>
      </p:sp>
      <p:sp>
        <p:nvSpPr>
          <p:cNvPr id="213" name="Google Shape;213;p17"/>
          <p:cNvSpPr txBox="1">
            <a:spLocks noGrp="1"/>
          </p:cNvSpPr>
          <p:nvPr>
            <p:ph type="body" idx="1"/>
          </p:nvPr>
        </p:nvSpPr>
        <p:spPr>
          <a:xfrm>
            <a:off x="284018" y="1976457"/>
            <a:ext cx="11464637" cy="4434011"/>
          </a:xfrm>
          <a:prstGeom prst="rect">
            <a:avLst/>
          </a:prstGeom>
          <a:noFill/>
          <a:ln>
            <a:noFill/>
          </a:ln>
        </p:spPr>
        <p:txBody>
          <a:bodyPr spcFirstLastPara="1" wrap="square" lIns="91425" tIns="45700" rIns="91425" bIns="45700" anchor="t" anchorCtr="0">
            <a:normAutofit/>
          </a:bodyPr>
          <a:lstStyle/>
          <a:p>
            <a:pPr marL="9525" marR="0" lvl="0" indent="0" algn="just" rtl="0">
              <a:lnSpc>
                <a:spcPct val="90000"/>
              </a:lnSpc>
              <a:spcBef>
                <a:spcPts val="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pic>
        <p:nvPicPr>
          <p:cNvPr id="215" name="Google Shape;215;p17" descr="Scale-icon - Ethical Icon | Full Size PNG Download | SeekPNG"/>
          <p:cNvPicPr preferRelativeResize="0"/>
          <p:nvPr/>
        </p:nvPicPr>
        <p:blipFill rotWithShape="1">
          <a:blip r:embed="rId3">
            <a:alphaModFix/>
          </a:blip>
          <a:srcRect/>
          <a:stretch/>
        </p:blipFill>
        <p:spPr>
          <a:xfrm>
            <a:off x="9925050" y="344502"/>
            <a:ext cx="1703532" cy="1631955"/>
          </a:xfrm>
          <a:prstGeom prst="rect">
            <a:avLst/>
          </a:prstGeom>
          <a:noFill/>
          <a:ln>
            <a:noFill/>
          </a:ln>
        </p:spPr>
      </p:pic>
      <p:graphicFrame>
        <p:nvGraphicFramePr>
          <p:cNvPr id="218" name="Google Shape;214;p17">
            <a:extLst>
              <a:ext uri="{FF2B5EF4-FFF2-40B4-BE49-F238E27FC236}">
                <a16:creationId xmlns:a16="http://schemas.microsoft.com/office/drawing/2014/main" id="{CF6326FD-0140-40F2-96FA-8466AFDDE133}"/>
              </a:ext>
            </a:extLst>
          </p:cNvPr>
          <p:cNvGraphicFramePr/>
          <p:nvPr/>
        </p:nvGraphicFramePr>
        <p:xfrm>
          <a:off x="609600" y="2306812"/>
          <a:ext cx="10390908" cy="34265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B7075718-0B1E-4CB5-998D-FCA3D044C7DD}"/>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521875" y="1082511"/>
            <a:ext cx="1703532" cy="5160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8"/>
          <p:cNvSpPr txBox="1">
            <a:spLocks noGrp="1"/>
          </p:cNvSpPr>
          <p:nvPr>
            <p:ph type="title"/>
          </p:nvPr>
        </p:nvSpPr>
        <p:spPr>
          <a:xfrm>
            <a:off x="127000" y="447532"/>
            <a:ext cx="10515600" cy="1325563"/>
          </a:xfrm>
          <a:prstGeom prst="rect">
            <a:avLst/>
          </a:prstGeom>
          <a:noFill/>
          <a:ln>
            <a:noFill/>
          </a:ln>
        </p:spPr>
        <p:txBody>
          <a:bodyPr spcFirstLastPara="1" wrap="square" lIns="91425" tIns="45700" rIns="91425" bIns="45700" anchor="ctr" anchorCtr="0">
            <a:normAutofit/>
          </a:bodyPr>
          <a:lstStyle/>
          <a:p>
            <a:pPr marL="457200" lvl="1" indent="0" algn="l" rtl="0">
              <a:lnSpc>
                <a:spcPct val="90000"/>
              </a:lnSpc>
              <a:spcBef>
                <a:spcPts val="0"/>
              </a:spcBef>
              <a:spcAft>
                <a:spcPts val="0"/>
              </a:spcAft>
              <a:buNone/>
            </a:pPr>
            <a:r>
              <a:rPr lang="en-US" sz="4000" b="1" dirty="0">
                <a:solidFill>
                  <a:srgbClr val="0B5394"/>
                </a:solidFill>
                <a:latin typeface="Calibri" panose="020F0502020204030204" pitchFamily="34" charset="0"/>
                <a:cs typeface="Calibri" panose="020F0502020204030204" pitchFamily="34" charset="0"/>
                <a:sym typeface="Arial"/>
              </a:rPr>
              <a:t>Data storage</a:t>
            </a:r>
            <a:endParaRPr dirty="0">
              <a:solidFill>
                <a:srgbClr val="0B5394"/>
              </a:solidFill>
              <a:latin typeface="Calibri" panose="020F0502020204030204" pitchFamily="34" charset="0"/>
              <a:cs typeface="Calibri" panose="020F0502020204030204" pitchFamily="34" charset="0"/>
            </a:endParaRPr>
          </a:p>
        </p:txBody>
      </p:sp>
      <p:sp>
        <p:nvSpPr>
          <p:cNvPr id="221" name="Google Shape;221;p18"/>
          <p:cNvSpPr txBox="1">
            <a:spLocks noGrp="1"/>
          </p:cNvSpPr>
          <p:nvPr>
            <p:ph type="body" idx="1"/>
          </p:nvPr>
        </p:nvSpPr>
        <p:spPr>
          <a:xfrm>
            <a:off x="284018" y="1976457"/>
            <a:ext cx="11464637" cy="4434011"/>
          </a:xfrm>
          <a:prstGeom prst="rect">
            <a:avLst/>
          </a:prstGeom>
          <a:noFill/>
          <a:ln>
            <a:noFill/>
          </a:ln>
        </p:spPr>
        <p:txBody>
          <a:bodyPr spcFirstLastPara="1" wrap="square" lIns="91425" tIns="45700" rIns="91425" bIns="45700" anchor="t" anchorCtr="0">
            <a:normAutofit/>
          </a:bodyPr>
          <a:lstStyle/>
          <a:p>
            <a:pPr marL="9525" marR="0" lvl="0" indent="0" algn="just" rtl="0">
              <a:lnSpc>
                <a:spcPct val="90000"/>
              </a:lnSpc>
              <a:spcBef>
                <a:spcPts val="0"/>
              </a:spcBef>
              <a:spcAft>
                <a:spcPts val="0"/>
              </a:spcAft>
              <a:buClr>
                <a:schemeClr val="dk1"/>
              </a:buClr>
              <a:buSzPts val="2500"/>
              <a:buNone/>
            </a:pPr>
            <a:endParaRPr sz="2500" i="1" dirty="0"/>
          </a:p>
          <a:p>
            <a:pPr marL="0" marR="0" lvl="0" indent="0" algn="just" rtl="0">
              <a:lnSpc>
                <a:spcPct val="115000"/>
              </a:lnSpc>
              <a:spcBef>
                <a:spcPts val="800"/>
              </a:spcBef>
              <a:spcAft>
                <a:spcPts val="0"/>
              </a:spcAft>
              <a:buClr>
                <a:schemeClr val="dk1"/>
              </a:buClr>
              <a:buSzPts val="2400"/>
              <a:buNone/>
            </a:pPr>
            <a:endParaRPr sz="2400" dirty="0"/>
          </a:p>
          <a:p>
            <a:pPr marL="0" marR="0" lvl="0" indent="0" algn="just" rtl="0">
              <a:lnSpc>
                <a:spcPct val="115000"/>
              </a:lnSpc>
              <a:spcBef>
                <a:spcPts val="400"/>
              </a:spcBef>
              <a:spcAft>
                <a:spcPts val="0"/>
              </a:spcAft>
              <a:buClr>
                <a:schemeClr val="dk1"/>
              </a:buClr>
              <a:buSzPts val="2400"/>
              <a:buNone/>
            </a:pPr>
            <a:endParaRPr sz="2400" b="1" dirty="0"/>
          </a:p>
          <a:p>
            <a:pPr marL="0" marR="0" lvl="0" indent="0" algn="just" rtl="0">
              <a:lnSpc>
                <a:spcPct val="115000"/>
              </a:lnSpc>
              <a:spcBef>
                <a:spcPts val="400"/>
              </a:spcBef>
              <a:spcAft>
                <a:spcPts val="0"/>
              </a:spcAft>
              <a:buClr>
                <a:schemeClr val="dk1"/>
              </a:buClr>
              <a:buSzPts val="2400"/>
              <a:buNone/>
            </a:pPr>
            <a:endParaRPr sz="2400" b="1" dirty="0"/>
          </a:p>
          <a:p>
            <a:pPr marL="0" lvl="0" indent="0" algn="just" rtl="0">
              <a:lnSpc>
                <a:spcPct val="115000"/>
              </a:lnSpc>
              <a:spcBef>
                <a:spcPts val="400"/>
              </a:spcBef>
              <a:spcAft>
                <a:spcPts val="0"/>
              </a:spcAft>
              <a:buClr>
                <a:schemeClr val="dk1"/>
              </a:buClr>
              <a:buSzPts val="2400"/>
              <a:buNone/>
            </a:pPr>
            <a:endParaRPr sz="2400" b="1" dirty="0"/>
          </a:p>
          <a:p>
            <a:pPr marL="89535" lvl="0" indent="24764" algn="just" rtl="0">
              <a:lnSpc>
                <a:spcPct val="115000"/>
              </a:lnSpc>
              <a:spcBef>
                <a:spcPts val="400"/>
              </a:spcBef>
              <a:spcAft>
                <a:spcPts val="0"/>
              </a:spcAft>
              <a:buClr>
                <a:schemeClr val="dk1"/>
              </a:buClr>
              <a:buSzPts val="1800"/>
              <a:buNone/>
            </a:pPr>
            <a:endParaRPr sz="1800" b="1" dirty="0">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400"/>
              </a:spcBef>
              <a:spcAft>
                <a:spcPts val="0"/>
              </a:spcAft>
              <a:buClr>
                <a:schemeClr val="dk1"/>
              </a:buClr>
              <a:buSzPts val="2400"/>
              <a:buNone/>
            </a:pPr>
            <a:endParaRPr sz="2400" dirty="0">
              <a:latin typeface="Calibri" panose="020F0502020204030204" pitchFamily="34" charset="0"/>
              <a:ea typeface="Arial"/>
              <a:cs typeface="Calibri" panose="020F0502020204030204" pitchFamily="34" charset="0"/>
              <a:sym typeface="Arial"/>
            </a:endParaRPr>
          </a:p>
        </p:txBody>
      </p:sp>
      <p:sp>
        <p:nvSpPr>
          <p:cNvPr id="222" name="Google Shape;222;p18"/>
          <p:cNvSpPr txBox="1"/>
          <p:nvPr/>
        </p:nvSpPr>
        <p:spPr>
          <a:xfrm>
            <a:off x="385907" y="2268438"/>
            <a:ext cx="11362747" cy="2964874"/>
          </a:xfrm>
          <a:prstGeom prst="rect">
            <a:avLst/>
          </a:prstGeom>
          <a:noFill/>
          <a:ln>
            <a:noFill/>
          </a:ln>
        </p:spPr>
        <p:txBody>
          <a:bodyPr spcFirstLastPara="1" wrap="square" lIns="91425" tIns="45700" rIns="91425" bIns="45700" anchor="t" anchorCtr="0">
            <a:spAutoFit/>
          </a:bodyPr>
          <a:lstStyle/>
          <a:p>
            <a:pPr marL="466725" marR="0" lvl="0" indent="0" algn="just" rtl="0">
              <a:lnSpc>
                <a:spcPct val="125000"/>
              </a:lnSpc>
              <a:spcBef>
                <a:spcPts val="0"/>
              </a:spcBef>
              <a:spcAft>
                <a:spcPts val="0"/>
              </a:spcAft>
              <a:buNone/>
            </a:pPr>
            <a:r>
              <a:rPr lang="en-US" sz="2800" b="0" i="0" u="none" strike="noStrike" cap="none" dirty="0">
                <a:solidFill>
                  <a:schemeClr val="dk1"/>
                </a:solidFill>
                <a:latin typeface="Calibri"/>
                <a:ea typeface="Calibri"/>
                <a:cs typeface="Calibri"/>
                <a:sym typeface="Calibri"/>
              </a:rPr>
              <a:t>We will store the data on the password protected cloud server and it will also be backed up on a local password protected RAID/network drive.</a:t>
            </a:r>
            <a:endParaRPr sz="1800" dirty="0">
              <a:latin typeface="Calibri" panose="020F0502020204030204" pitchFamily="34" charset="0"/>
              <a:cs typeface="Calibri" panose="020F0502020204030204" pitchFamily="34" charset="0"/>
            </a:endParaRPr>
          </a:p>
          <a:p>
            <a:pPr marL="466725" marR="0" lvl="0" indent="0" algn="just" rtl="0">
              <a:lnSpc>
                <a:spcPct val="125000"/>
              </a:lnSpc>
              <a:spcBef>
                <a:spcPts val="400"/>
              </a:spcBef>
              <a:spcAft>
                <a:spcPts val="0"/>
              </a:spcAft>
              <a:buNone/>
            </a:pPr>
            <a:endParaRPr sz="3200" b="0" i="0" u="none" strike="noStrike" cap="none" dirty="0">
              <a:solidFill>
                <a:schemeClr val="dk1"/>
              </a:solidFill>
              <a:latin typeface="Calibri"/>
              <a:ea typeface="Calibri"/>
              <a:cs typeface="Calibri"/>
              <a:sym typeface="Calibri"/>
            </a:endParaRPr>
          </a:p>
          <a:p>
            <a:pPr marL="466725" marR="0" lvl="0" indent="0" algn="just" rtl="0">
              <a:lnSpc>
                <a:spcPct val="125000"/>
              </a:lnSpc>
              <a:spcBef>
                <a:spcPts val="400"/>
              </a:spcBef>
              <a:spcAft>
                <a:spcPts val="0"/>
              </a:spcAft>
              <a:buNone/>
            </a:pPr>
            <a:r>
              <a:rPr lang="en-US" sz="2800" b="0" i="0" u="none" strike="noStrike" cap="none" dirty="0">
                <a:solidFill>
                  <a:schemeClr val="dk1"/>
                </a:solidFill>
                <a:latin typeface="Calibri"/>
                <a:ea typeface="Calibri"/>
                <a:cs typeface="Calibri"/>
                <a:sym typeface="Calibri"/>
              </a:rPr>
              <a:t>The data will be stored safely and securely and in full compliance with European Union data protection laws.</a:t>
            </a:r>
            <a:endParaRPr sz="1800" dirty="0">
              <a:latin typeface="Calibri" panose="020F0502020204030204" pitchFamily="34" charset="0"/>
              <a:cs typeface="Calibri" panose="020F0502020204030204" pitchFamily="34" charset="0"/>
            </a:endParaRPr>
          </a:p>
        </p:txBody>
      </p:sp>
      <p:pic>
        <p:nvPicPr>
          <p:cNvPr id="223" name="Google Shape;223;p18" descr="Big data, cloud, data, share, storage icon - Download on Iconfinder"/>
          <p:cNvPicPr preferRelativeResize="0"/>
          <p:nvPr/>
        </p:nvPicPr>
        <p:blipFill rotWithShape="1">
          <a:blip r:embed="rId3">
            <a:alphaModFix/>
          </a:blip>
          <a:srcRect/>
          <a:stretch/>
        </p:blipFill>
        <p:spPr>
          <a:xfrm>
            <a:off x="9938328" y="166130"/>
            <a:ext cx="1810327" cy="1810327"/>
          </a:xfrm>
          <a:prstGeom prst="rect">
            <a:avLst/>
          </a:prstGeom>
          <a:noFill/>
          <a:ln>
            <a:noFill/>
          </a:ln>
        </p:spPr>
      </p:pic>
      <p:pic>
        <p:nvPicPr>
          <p:cNvPr id="6" name="Picture 5">
            <a:extLst>
              <a:ext uri="{FF2B5EF4-FFF2-40B4-BE49-F238E27FC236}">
                <a16:creationId xmlns:a16="http://schemas.microsoft.com/office/drawing/2014/main" id="{7C508958-A9DF-4909-90D4-135363BC7D3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21874" y="1129005"/>
            <a:ext cx="2980743" cy="5160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2" name="Title 1">
            <a:extLst>
              <a:ext uri="{FF2B5EF4-FFF2-40B4-BE49-F238E27FC236}">
                <a16:creationId xmlns:a16="http://schemas.microsoft.com/office/drawing/2014/main" id="{3C64F7D8-1475-4775-8E7E-D12A63E8CF8F}"/>
              </a:ext>
            </a:extLst>
          </p:cNvPr>
          <p:cNvSpPr>
            <a:spLocks noGrp="1"/>
          </p:cNvSpPr>
          <p:nvPr>
            <p:ph type="title"/>
          </p:nvPr>
        </p:nvSpPr>
        <p:spPr>
          <a:xfrm>
            <a:off x="1113810" y="2825248"/>
            <a:ext cx="4036334" cy="2387600"/>
          </a:xfrm>
        </p:spPr>
        <p:txBody>
          <a:bodyPr vert="horz" lIns="91440" tIns="45720" rIns="91440" bIns="45720" rtlCol="0" anchor="t">
            <a:normAutofit/>
          </a:bodyPr>
          <a:lstStyle/>
          <a:p>
            <a:pPr algn="ctr">
              <a:spcBef>
                <a:spcPct val="0"/>
              </a:spcBef>
            </a:pPr>
            <a:r>
              <a:rPr lang="en-US" sz="5400" kern="1200" dirty="0">
                <a:solidFill>
                  <a:schemeClr val="accent5">
                    <a:lumMod val="75000"/>
                  </a:schemeClr>
                </a:solidFill>
                <a:latin typeface="Calibri" panose="020F0502020204030204" pitchFamily="34" charset="0"/>
                <a:ea typeface="+mj-ea"/>
                <a:cs typeface="+mj-cs"/>
              </a:rPr>
              <a:t>General Architecture</a:t>
            </a:r>
          </a:p>
        </p:txBody>
      </p:sp>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8"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9"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0"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gr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pic>
        <p:nvPicPr>
          <p:cNvPr id="6" name="Picture 5" descr="Diagram&#10;&#10;Description automatically generated">
            <a:extLst>
              <a:ext uri="{FF2B5EF4-FFF2-40B4-BE49-F238E27FC236}">
                <a16:creationId xmlns:a16="http://schemas.microsoft.com/office/drawing/2014/main" id="{B4C8089C-2A58-4A38-9610-87F94D6645FB}"/>
              </a:ext>
            </a:extLst>
          </p:cNvPr>
          <p:cNvPicPr>
            <a:picLocks noChangeAspect="1"/>
          </p:cNvPicPr>
          <p:nvPr/>
        </p:nvPicPr>
        <p:blipFill>
          <a:blip r:embed="rId2"/>
          <a:stretch>
            <a:fillRect/>
          </a:stretch>
        </p:blipFill>
        <p:spPr>
          <a:xfrm>
            <a:off x="5922492" y="1080392"/>
            <a:ext cx="5536001" cy="4622560"/>
          </a:xfrm>
          <a:prstGeom prst="rect">
            <a:avLst/>
          </a:prstGeom>
        </p:spPr>
      </p:pic>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pic>
        <p:nvPicPr>
          <p:cNvPr id="12" name="Picture 11">
            <a:extLst>
              <a:ext uri="{FF2B5EF4-FFF2-40B4-BE49-F238E27FC236}">
                <a16:creationId xmlns:a16="http://schemas.microsoft.com/office/drawing/2014/main" id="{7B9F868D-6328-4100-B00E-36167C566B8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0294" y="4078732"/>
            <a:ext cx="5756103" cy="516064"/>
          </a:xfrm>
          <a:prstGeom prst="rect">
            <a:avLst/>
          </a:prstGeom>
        </p:spPr>
      </p:pic>
    </p:spTree>
    <p:extLst>
      <p:ext uri="{BB962C8B-B14F-4D97-AF65-F5344CB8AC3E}">
        <p14:creationId xmlns:p14="http://schemas.microsoft.com/office/powerpoint/2010/main" val="2806511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2" name="Title 1">
            <a:extLst>
              <a:ext uri="{FF2B5EF4-FFF2-40B4-BE49-F238E27FC236}">
                <a16:creationId xmlns:a16="http://schemas.microsoft.com/office/drawing/2014/main" id="{D737E66F-09F2-4AD1-8963-32498D6D57E5}"/>
              </a:ext>
            </a:extLst>
          </p:cNvPr>
          <p:cNvSpPr>
            <a:spLocks noGrp="1"/>
          </p:cNvSpPr>
          <p:nvPr>
            <p:ph type="title"/>
          </p:nvPr>
        </p:nvSpPr>
        <p:spPr>
          <a:xfrm>
            <a:off x="838200" y="557188"/>
            <a:ext cx="10515600" cy="1133499"/>
          </a:xfrm>
        </p:spPr>
        <p:txBody>
          <a:bodyPr vert="horz" lIns="91440" tIns="45720" rIns="91440" bIns="45720" rtlCol="0" anchor="ctr">
            <a:normAutofit/>
          </a:bodyPr>
          <a:lstStyle/>
          <a:p>
            <a:pPr algn="ctr">
              <a:spcBef>
                <a:spcPct val="0"/>
              </a:spcBef>
            </a:pPr>
            <a:r>
              <a:rPr lang="en-US" sz="5200" kern="1200" dirty="0">
                <a:solidFill>
                  <a:schemeClr val="accent5">
                    <a:lumMod val="75000"/>
                  </a:schemeClr>
                </a:solidFill>
                <a:latin typeface="Calibri" panose="020F0502020204030204" pitchFamily="34" charset="0"/>
                <a:ea typeface="+mj-ea"/>
                <a:cs typeface="+mj-cs"/>
              </a:rPr>
              <a:t>Technologies used</a:t>
            </a:r>
          </a:p>
        </p:txBody>
      </p:sp>
      <p:graphicFrame>
        <p:nvGraphicFramePr>
          <p:cNvPr id="5" name="Text Placeholder 2">
            <a:extLst>
              <a:ext uri="{FF2B5EF4-FFF2-40B4-BE49-F238E27FC236}">
                <a16:creationId xmlns:a16="http://schemas.microsoft.com/office/drawing/2014/main" id="{D8FBB74B-9423-45CF-8CD6-F3FF6E14D836}"/>
              </a:ext>
            </a:extLst>
          </p:cNvPr>
          <p:cNvGraphicFramePr/>
          <p:nvPr>
            <p:extLst>
              <p:ext uri="{D42A27DB-BD31-4B8C-83A1-F6EECF244321}">
                <p14:modId xmlns:p14="http://schemas.microsoft.com/office/powerpoint/2010/main" val="233898911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6B081A74-3F92-4381-8940-EC23E92761BF}"/>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216423" y="1243680"/>
            <a:ext cx="5756103" cy="516064"/>
          </a:xfrm>
          <a:prstGeom prst="rect">
            <a:avLst/>
          </a:prstGeom>
        </p:spPr>
      </p:pic>
    </p:spTree>
    <p:extLst>
      <p:ext uri="{BB962C8B-B14F-4D97-AF65-F5344CB8AC3E}">
        <p14:creationId xmlns:p14="http://schemas.microsoft.com/office/powerpoint/2010/main" val="711168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1150d5bf2a9_0_0"/>
          <p:cNvSpPr txBox="1">
            <a:spLocks noGrp="1"/>
          </p:cNvSpPr>
          <p:nvPr>
            <p:ph type="title"/>
          </p:nvPr>
        </p:nvSpPr>
        <p:spPr>
          <a:xfrm>
            <a:off x="838200" y="365125"/>
            <a:ext cx="10515600" cy="1108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4000" b="1" dirty="0">
                <a:solidFill>
                  <a:srgbClr val="0B5394"/>
                </a:solidFill>
              </a:rPr>
              <a:t>A</a:t>
            </a:r>
            <a:r>
              <a:rPr lang="en-US" sz="4000" b="1" dirty="0">
                <a:solidFill>
                  <a:srgbClr val="0B5394"/>
                </a:solidFill>
                <a:highlight>
                  <a:srgbClr val="FFFFFF"/>
                </a:highlight>
              </a:rPr>
              <a:t>ssociation Rules</a:t>
            </a:r>
            <a:endParaRPr sz="4000" b="1" dirty="0">
              <a:solidFill>
                <a:srgbClr val="0B5394"/>
              </a:solidFill>
            </a:endParaRPr>
          </a:p>
        </p:txBody>
      </p:sp>
      <p:sp>
        <p:nvSpPr>
          <p:cNvPr id="230" name="Google Shape;230;g1150d5bf2a9_0_0"/>
          <p:cNvSpPr txBox="1">
            <a:spLocks noGrp="1"/>
          </p:cNvSpPr>
          <p:nvPr>
            <p:ph type="body" idx="1"/>
          </p:nvPr>
        </p:nvSpPr>
        <p:spPr>
          <a:xfrm>
            <a:off x="838200" y="1473400"/>
            <a:ext cx="5725200" cy="4703400"/>
          </a:xfrm>
          <a:prstGeom prst="rect">
            <a:avLst/>
          </a:prstGeom>
        </p:spPr>
        <p:txBody>
          <a:bodyPr spcFirstLastPara="1" wrap="square" lIns="91425" tIns="45700" rIns="91425" bIns="45700" anchor="t" anchorCtr="0">
            <a:normAutofit/>
          </a:bodyPr>
          <a:lstStyle/>
          <a:p>
            <a:pPr marL="342900" lvl="0" algn="l" rtl="0">
              <a:spcBef>
                <a:spcPts val="1000"/>
              </a:spcBef>
              <a:spcAft>
                <a:spcPts val="0"/>
              </a:spcAft>
              <a:buFont typeface="Wingdings" panose="05000000000000000000" pitchFamily="2" charset="2"/>
              <a:buChar char="q"/>
            </a:pP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Uncover all such relationships between items from huge databases.</a:t>
            </a: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342900" lvl="0" algn="l" rtl="0">
              <a:spcBef>
                <a:spcPts val="1000"/>
              </a:spcBef>
              <a:spcAft>
                <a:spcPts val="0"/>
              </a:spcAft>
              <a:buFont typeface="Wingdings" panose="05000000000000000000" pitchFamily="2" charset="2"/>
              <a:buChar char="q"/>
            </a:pP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342900" lvl="0" algn="l" rtl="0">
              <a:spcBef>
                <a:spcPts val="1000"/>
              </a:spcBef>
              <a:spcAft>
                <a:spcPts val="0"/>
              </a:spcAft>
              <a:buFont typeface="Wingdings" panose="05000000000000000000" pitchFamily="2" charset="2"/>
              <a:buChar char="q"/>
            </a:pP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Find relationships between set of elements of every distinct transaction. </a:t>
            </a:r>
          </a:p>
          <a:p>
            <a:pPr marL="342900" lvl="0" algn="l" rtl="0">
              <a:spcBef>
                <a:spcPts val="1000"/>
              </a:spcBef>
              <a:spcAft>
                <a:spcPts val="0"/>
              </a:spcAft>
              <a:buFont typeface="Wingdings" panose="05000000000000000000" pitchFamily="2" charset="2"/>
              <a:buChar char="q"/>
            </a:pP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342900" lvl="0" algn="l" rtl="0">
              <a:spcBef>
                <a:spcPts val="1000"/>
              </a:spcBef>
              <a:spcAft>
                <a:spcPts val="0"/>
              </a:spcAft>
              <a:buFont typeface="Wingdings" panose="05000000000000000000" pitchFamily="2" charset="2"/>
              <a:buChar char="q"/>
            </a:pP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For a given rule,  and </a:t>
            </a: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itemse</a:t>
            </a: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t consist of </a:t>
            </a: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antecedent</a:t>
            </a: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 items and </a:t>
            </a: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consequent </a:t>
            </a:r>
            <a:r>
              <a:rPr lang="en-US"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items</a:t>
            </a: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0" lvl="0" indent="0" algn="l" rtl="0">
              <a:spcBef>
                <a:spcPts val="1000"/>
              </a:spcBef>
              <a:spcAft>
                <a:spcPts val="0"/>
              </a:spcAft>
              <a:buNone/>
            </a:pP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p:txBody>
      </p:sp>
      <p:pic>
        <p:nvPicPr>
          <p:cNvPr id="231" name="Google Shape;231;g1150d5bf2a9_0_0"/>
          <p:cNvPicPr preferRelativeResize="0"/>
          <p:nvPr/>
        </p:nvPicPr>
        <p:blipFill>
          <a:blip r:embed="rId3">
            <a:alphaModFix/>
          </a:blip>
          <a:stretch>
            <a:fillRect/>
          </a:stretch>
        </p:blipFill>
        <p:spPr>
          <a:xfrm>
            <a:off x="6684025" y="1473400"/>
            <a:ext cx="5250499" cy="3111125"/>
          </a:xfrm>
          <a:prstGeom prst="rect">
            <a:avLst/>
          </a:prstGeom>
          <a:noFill/>
          <a:ln>
            <a:noFill/>
          </a:ln>
        </p:spPr>
      </p:pic>
      <p:pic>
        <p:nvPicPr>
          <p:cNvPr id="5" name="Picture 4">
            <a:extLst>
              <a:ext uri="{FF2B5EF4-FFF2-40B4-BE49-F238E27FC236}">
                <a16:creationId xmlns:a16="http://schemas.microsoft.com/office/drawing/2014/main" id="{2265A8B7-A6B4-4799-A30B-A07F7AD3853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21874" y="1082511"/>
            <a:ext cx="5756103" cy="5160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1150d5bf2a9_0_13"/>
          <p:cNvSpPr txBox="1">
            <a:spLocks noGrp="1"/>
          </p:cNvSpPr>
          <p:nvPr>
            <p:ph type="title"/>
          </p:nvPr>
        </p:nvSpPr>
        <p:spPr>
          <a:xfrm>
            <a:off x="294675" y="378525"/>
            <a:ext cx="11059200" cy="938100"/>
          </a:xfrm>
          <a:prstGeom prst="rect">
            <a:avLst/>
          </a:prstGeom>
        </p:spPr>
        <p:txBody>
          <a:bodyPr spcFirstLastPara="1" wrap="square" lIns="91425" tIns="45700" rIns="91425" bIns="45700" anchor="ctr" anchorCtr="0">
            <a:normAutofit/>
          </a:bodyPr>
          <a:lstStyle/>
          <a:p>
            <a:pPr marL="0" lvl="0" indent="0" algn="l" rtl="0">
              <a:spcBef>
                <a:spcPts val="1000"/>
              </a:spcBef>
              <a:spcAft>
                <a:spcPts val="0"/>
              </a:spcAft>
              <a:buClr>
                <a:schemeClr val="dk1"/>
              </a:buClr>
              <a:buSzPts val="1100"/>
              <a:buFont typeface="Arial"/>
              <a:buNone/>
            </a:pPr>
            <a:r>
              <a:rPr lang="en-US" sz="3600" b="1" dirty="0">
                <a:solidFill>
                  <a:srgbClr val="0B5394"/>
                </a:solidFill>
                <a:highlight>
                  <a:srgbClr val="FFFFFF"/>
                </a:highlight>
                <a:latin typeface="Calibri" panose="020F0502020204030204" pitchFamily="34" charset="0"/>
                <a:ea typeface="Georgia"/>
                <a:cs typeface="Calibri" panose="020F0502020204030204" pitchFamily="34" charset="0"/>
                <a:sym typeface="Georgia"/>
              </a:rPr>
              <a:t>The Strength of Association (Interestingness)</a:t>
            </a:r>
            <a:endParaRPr sz="5500" dirty="0">
              <a:solidFill>
                <a:srgbClr val="0B5394"/>
              </a:solidFill>
            </a:endParaRPr>
          </a:p>
        </p:txBody>
      </p:sp>
      <p:sp>
        <p:nvSpPr>
          <p:cNvPr id="238" name="Google Shape;238;g1150d5bf2a9_0_13"/>
          <p:cNvSpPr txBox="1">
            <a:spLocks noGrp="1"/>
          </p:cNvSpPr>
          <p:nvPr>
            <p:ph type="body" idx="1"/>
          </p:nvPr>
        </p:nvSpPr>
        <p:spPr>
          <a:xfrm>
            <a:off x="294675" y="1316625"/>
            <a:ext cx="6798852" cy="5313900"/>
          </a:xfrm>
          <a:prstGeom prst="rect">
            <a:avLst/>
          </a:prstGeom>
        </p:spPr>
        <p:txBody>
          <a:bodyPr spcFirstLastPara="1" wrap="square" lIns="91425" tIns="45700" rIns="91425" bIns="45700" anchor="t" anchorCtr="0">
            <a:normAutofit fontScale="77500" lnSpcReduction="20000"/>
          </a:bodyPr>
          <a:lstStyle/>
          <a:p>
            <a:pPr marL="342900">
              <a:buFont typeface="Wingdings" panose="05000000000000000000" pitchFamily="2" charset="2"/>
              <a:buChar char="q"/>
            </a:pPr>
            <a:r>
              <a:rPr lang="en-US" sz="25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 </a:t>
            </a: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 Support [0,1]</a:t>
            </a:r>
            <a:endParaRPr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457200" lvl="0" indent="0" algn="l" rtl="0">
              <a:spcBef>
                <a:spcPts val="1000"/>
              </a:spcBef>
              <a:spcAft>
                <a:spcPts val="0"/>
              </a:spcAft>
              <a:buNone/>
            </a:pP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471488" lvl="0" algn="l" rtl="0">
              <a:spcBef>
                <a:spcPts val="1000"/>
              </a:spcBef>
              <a:spcAft>
                <a:spcPts val="0"/>
              </a:spcAft>
              <a:buClr>
                <a:srgbClr val="292929"/>
              </a:buClr>
              <a:buSzPct val="100000"/>
              <a:buFont typeface="Wingdings" panose="05000000000000000000" pitchFamily="2" charset="2"/>
              <a:buChar char="Ø"/>
            </a:pPr>
            <a:r>
              <a:rPr lang="en-US"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gives an idea of how frequent an </a:t>
            </a:r>
            <a:r>
              <a:rPr lang="en-US" sz="2250" i="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itemset </a:t>
            </a:r>
            <a:r>
              <a:rPr lang="en-US"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is in all the transactions.</a:t>
            </a:r>
            <a:endParaRPr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342900" lvl="0" algn="l" rtl="0">
              <a:lnSpc>
                <a:spcPct val="105882"/>
              </a:lnSpc>
              <a:spcBef>
                <a:spcPts val="4000"/>
              </a:spcBef>
              <a:spcAft>
                <a:spcPts val="0"/>
              </a:spcAft>
              <a:buFont typeface="Wingdings" panose="05000000000000000000" pitchFamily="2" charset="2"/>
              <a:buChar char="q"/>
            </a:pP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Confidence [0,1]</a:t>
            </a:r>
            <a:endParaRPr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471488" lvl="0" algn="l" rtl="0">
              <a:lnSpc>
                <a:spcPct val="105882"/>
              </a:lnSpc>
              <a:spcBef>
                <a:spcPts val="4000"/>
              </a:spcBef>
              <a:spcAft>
                <a:spcPts val="0"/>
              </a:spcAft>
              <a:buClr>
                <a:srgbClr val="292929"/>
              </a:buClr>
              <a:buSzPct val="100000"/>
              <a:buFont typeface="Wingdings" panose="05000000000000000000" pitchFamily="2" charset="2"/>
              <a:buChar char="Ø"/>
            </a:pPr>
            <a:r>
              <a:rPr lang="en-US"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defines the likeliness of occurrence of consequent on the cart given that the cart already has the antecedents</a:t>
            </a:r>
            <a:r>
              <a:rPr lang="ar-JO"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a:t>
            </a:r>
            <a:endParaRPr sz="2250" b="1" dirty="0">
              <a:solidFill>
                <a:srgbClr val="292929"/>
              </a:solidFill>
              <a:highlight>
                <a:srgbClr val="FFFFFF"/>
              </a:highlight>
              <a:latin typeface="Calibri" panose="020F0502020204030204" pitchFamily="34" charset="0"/>
              <a:ea typeface="Arial"/>
              <a:cs typeface="Calibri" panose="020F0502020204030204" pitchFamily="34" charset="0"/>
              <a:sym typeface="Arial"/>
            </a:endParaRPr>
          </a:p>
          <a:p>
            <a:pPr marL="342900" lvl="0" algn="l" rtl="0">
              <a:lnSpc>
                <a:spcPct val="105882"/>
              </a:lnSpc>
              <a:spcBef>
                <a:spcPts val="4900"/>
              </a:spcBef>
              <a:spcAft>
                <a:spcPts val="0"/>
              </a:spcAft>
              <a:buFont typeface="Wingdings" panose="05000000000000000000" pitchFamily="2" charset="2"/>
              <a:buChar char="q"/>
            </a:pPr>
            <a:r>
              <a:rPr lang="en-US"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 Lift [0, ∞] </a:t>
            </a:r>
            <a:endParaRPr sz="2400" b="1"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a:p>
            <a:pPr marL="471488" lvl="0" algn="l" rtl="0">
              <a:lnSpc>
                <a:spcPct val="105882"/>
              </a:lnSpc>
              <a:spcBef>
                <a:spcPts val="4900"/>
              </a:spcBef>
              <a:spcAft>
                <a:spcPts val="0"/>
              </a:spcAft>
              <a:buClr>
                <a:srgbClr val="292929"/>
              </a:buClr>
              <a:buSzPct val="100000"/>
              <a:buFont typeface="Wingdings" panose="05000000000000000000" pitchFamily="2" charset="2"/>
              <a:buChar char="Ø"/>
            </a:pPr>
            <a:r>
              <a:rPr lang="en-US"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Lift controls for the </a:t>
            </a:r>
            <a:r>
              <a:rPr lang="en-US" sz="2250" i="1"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support </a:t>
            </a:r>
            <a:r>
              <a:rPr lang="en-US"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(frequency) of consequent while calculating the conditional probability of occurrence of {Y} given {X}</a:t>
            </a:r>
            <a:r>
              <a:rPr lang="ar-JO" sz="2250" dirty="0">
                <a:solidFill>
                  <a:srgbClr val="292929"/>
                </a:solidFill>
                <a:highlight>
                  <a:srgbClr val="FFFFFF"/>
                </a:highlight>
                <a:latin typeface="Calibri" panose="020F0502020204030204" pitchFamily="34" charset="0"/>
                <a:ea typeface="Georgia"/>
                <a:cs typeface="Calibri" panose="020F0502020204030204" pitchFamily="34" charset="0"/>
                <a:sym typeface="Georgia"/>
              </a:rPr>
              <a:t>.</a:t>
            </a:r>
            <a:endParaRPr sz="2250" b="1" dirty="0">
              <a:solidFill>
                <a:srgbClr val="292929"/>
              </a:solidFill>
              <a:highlight>
                <a:srgbClr val="FFFFFF"/>
              </a:highlight>
              <a:latin typeface="Calibri" panose="020F0502020204030204" pitchFamily="34" charset="0"/>
              <a:ea typeface="Arial"/>
              <a:cs typeface="Calibri" panose="020F0502020204030204" pitchFamily="34" charset="0"/>
              <a:sym typeface="Arial"/>
            </a:endParaRPr>
          </a:p>
          <a:p>
            <a:pPr marL="0" lvl="0" indent="0" algn="l" rtl="0">
              <a:spcBef>
                <a:spcPts val="1000"/>
              </a:spcBef>
              <a:spcAft>
                <a:spcPts val="0"/>
              </a:spcAft>
              <a:buNone/>
            </a:pPr>
            <a:endParaRPr sz="2400" dirty="0">
              <a:solidFill>
                <a:srgbClr val="292929"/>
              </a:solidFill>
              <a:highlight>
                <a:srgbClr val="FFFFFF"/>
              </a:highlight>
              <a:latin typeface="Calibri" panose="020F0502020204030204" pitchFamily="34" charset="0"/>
              <a:ea typeface="Georgia"/>
              <a:cs typeface="Calibri" panose="020F0502020204030204" pitchFamily="34" charset="0"/>
              <a:sym typeface="Georgia"/>
            </a:endParaRPr>
          </a:p>
        </p:txBody>
      </p:sp>
      <p:pic>
        <p:nvPicPr>
          <p:cNvPr id="239" name="Google Shape;239;g1150d5bf2a9_0_13"/>
          <p:cNvPicPr preferRelativeResize="0"/>
          <p:nvPr/>
        </p:nvPicPr>
        <p:blipFill>
          <a:blip r:embed="rId3">
            <a:alphaModFix/>
          </a:blip>
          <a:stretch>
            <a:fillRect/>
          </a:stretch>
        </p:blipFill>
        <p:spPr>
          <a:xfrm>
            <a:off x="6666614" y="1769088"/>
            <a:ext cx="5442037" cy="938100"/>
          </a:xfrm>
          <a:prstGeom prst="rect">
            <a:avLst/>
          </a:prstGeom>
          <a:noFill/>
          <a:ln>
            <a:noFill/>
          </a:ln>
        </p:spPr>
      </p:pic>
      <p:pic>
        <p:nvPicPr>
          <p:cNvPr id="240" name="Google Shape;240;g1150d5bf2a9_0_13"/>
          <p:cNvPicPr preferRelativeResize="0"/>
          <p:nvPr/>
        </p:nvPicPr>
        <p:blipFill>
          <a:blip r:embed="rId4">
            <a:alphaModFix/>
          </a:blip>
          <a:stretch>
            <a:fillRect/>
          </a:stretch>
        </p:blipFill>
        <p:spPr>
          <a:xfrm>
            <a:off x="6829219" y="3255825"/>
            <a:ext cx="5116826" cy="938200"/>
          </a:xfrm>
          <a:prstGeom prst="rect">
            <a:avLst/>
          </a:prstGeom>
          <a:noFill/>
          <a:ln>
            <a:noFill/>
          </a:ln>
        </p:spPr>
      </p:pic>
      <p:pic>
        <p:nvPicPr>
          <p:cNvPr id="241" name="Google Shape;241;g1150d5bf2a9_0_13"/>
          <p:cNvPicPr preferRelativeResize="0"/>
          <p:nvPr/>
        </p:nvPicPr>
        <p:blipFill>
          <a:blip r:embed="rId5">
            <a:alphaModFix/>
          </a:blip>
          <a:stretch>
            <a:fillRect/>
          </a:stretch>
        </p:blipFill>
        <p:spPr>
          <a:xfrm>
            <a:off x="7421526" y="4909975"/>
            <a:ext cx="4687125" cy="1004600"/>
          </a:xfrm>
          <a:prstGeom prst="rect">
            <a:avLst/>
          </a:prstGeom>
          <a:noFill/>
          <a:ln>
            <a:noFill/>
          </a:ln>
        </p:spPr>
      </p:pic>
      <p:pic>
        <p:nvPicPr>
          <p:cNvPr id="7" name="Picture 6">
            <a:extLst>
              <a:ext uri="{FF2B5EF4-FFF2-40B4-BE49-F238E27FC236}">
                <a16:creationId xmlns:a16="http://schemas.microsoft.com/office/drawing/2014/main" id="{9ACD1EC8-5481-46F7-939A-5B8BACF1153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70481" y="1020519"/>
            <a:ext cx="9174997" cy="374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5"/>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247" name="Google Shape;247;p19"/>
          <p:cNvSpPr txBox="1">
            <a:spLocks noGrp="1"/>
          </p:cNvSpPr>
          <p:nvPr>
            <p:ph type="title" idx="4294967295"/>
          </p:nvPr>
        </p:nvSpPr>
        <p:spPr>
          <a:xfrm>
            <a:off x="630936" y="640080"/>
            <a:ext cx="4818888" cy="1481328"/>
          </a:xfrm>
          <a:prstGeom prst="rect">
            <a:avLst/>
          </a:prstGeom>
        </p:spPr>
        <p:txBody>
          <a:bodyPr spcFirstLastPara="1" vert="horz" lIns="91440" tIns="45720" rIns="91440" bIns="45720" rtlCol="0" anchor="b" anchorCtr="0">
            <a:normAutofit/>
          </a:bodyPr>
          <a:lstStyle/>
          <a:p>
            <a:pPr marL="0" lvl="0" indent="0" algn="ctr">
              <a:spcBef>
                <a:spcPct val="0"/>
              </a:spcBef>
              <a:spcAft>
                <a:spcPts val="0"/>
              </a:spcAft>
              <a:buClr>
                <a:schemeClr val="accent5"/>
              </a:buClr>
              <a:buSzPts val="5400"/>
            </a:pPr>
            <a:r>
              <a:rPr lang="en-US" sz="5000" b="1" kern="1200" dirty="0">
                <a:solidFill>
                  <a:schemeClr val="accent5">
                    <a:lumMod val="75000"/>
                  </a:schemeClr>
                </a:solidFill>
                <a:latin typeface="Calibri" panose="020F0502020204030204" pitchFamily="34" charset="0"/>
                <a:ea typeface="+mj-ea"/>
                <a:cs typeface="+mj-cs"/>
                <a:sym typeface="Calibri"/>
              </a:rPr>
              <a:t>Thank You for Your Attention! </a:t>
            </a:r>
          </a:p>
        </p:txBody>
      </p:sp>
      <p:sp>
        <p:nvSpPr>
          <p:cNvPr id="127"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pic>
        <p:nvPicPr>
          <p:cNvPr id="246" name="Google Shape;246;p19"/>
          <p:cNvPicPr preferRelativeResize="0"/>
          <p:nvPr/>
        </p:nvPicPr>
        <p:blipFill rotWithShape="1">
          <a:blip r:embed="rId3"/>
          <a:stretch/>
        </p:blipFill>
        <p:spPr>
          <a:xfrm>
            <a:off x="6884156" y="2121408"/>
            <a:ext cx="4101404" cy="336032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252</TotalTime>
  <Words>1004</Words>
  <Application>Microsoft Office PowerPoint</Application>
  <PresentationFormat>Widescreen</PresentationFormat>
  <Paragraphs>323</Paragraphs>
  <Slides>21</Slides>
  <Notes>19</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6" baseType="lpstr">
      <vt:lpstr>Arial</vt:lpstr>
      <vt:lpstr>Calibri</vt:lpstr>
      <vt:lpstr>Wingdings</vt:lpstr>
      <vt:lpstr>Office Theme</vt:lpstr>
      <vt:lpstr>Microsoft Excel Worksheet</vt:lpstr>
      <vt:lpstr>PowerPoint Presentation</vt:lpstr>
      <vt:lpstr>Outlines</vt:lpstr>
      <vt:lpstr>Introduction and problem statement</vt:lpstr>
      <vt:lpstr>Business goals</vt:lpstr>
      <vt:lpstr>Business Objectives</vt:lpstr>
      <vt:lpstr>Data Management Plan</vt:lpstr>
      <vt:lpstr>Information about data</vt:lpstr>
      <vt:lpstr>Information about data</vt:lpstr>
      <vt:lpstr>Information about data</vt:lpstr>
      <vt:lpstr>Information about data</vt:lpstr>
      <vt:lpstr>Information about data</vt:lpstr>
      <vt:lpstr>Metadata, Data type &amp; Counts</vt:lpstr>
      <vt:lpstr>Policies for access, sharing &amp; reuse</vt:lpstr>
      <vt:lpstr>Policies for access, sharing &amp; reuse</vt:lpstr>
      <vt:lpstr>Ethics</vt:lpstr>
      <vt:lpstr>Data storage</vt:lpstr>
      <vt:lpstr>General Architecture</vt:lpstr>
      <vt:lpstr>Technologies used</vt:lpstr>
      <vt:lpstr>Association Rules</vt:lpstr>
      <vt:lpstr>The Strength of Association (Interestingness)</vt:lpstr>
      <vt:lpstr>Thank You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khattab AL-khattab</dc:creator>
  <cp:lastModifiedBy>Aysar Nairat</cp:lastModifiedBy>
  <cp:revision>10</cp:revision>
  <dcterms:created xsi:type="dcterms:W3CDTF">2015-03-31T18:28:41Z</dcterms:created>
  <dcterms:modified xsi:type="dcterms:W3CDTF">2022-02-14T19:21:16Z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ec4701b-870c-41f5-81b1-b52e4974867b_Enabled">
    <vt:lpwstr>true</vt:lpwstr>
  </property>
  <property fmtid="{D5CDD505-2E9C-101B-9397-08002B2CF9AE}" pid="3" name="MSIP_Label_8ec4701b-870c-41f5-81b1-b52e4974867b_SetDate">
    <vt:lpwstr>2021-10-29T10:10:53Z</vt:lpwstr>
  </property>
  <property fmtid="{D5CDD505-2E9C-101B-9397-08002B2CF9AE}" pid="4" name="MSIP_Label_8ec4701b-870c-41f5-81b1-b52e4974867b_Method">
    <vt:lpwstr>Privileged</vt:lpwstr>
  </property>
  <property fmtid="{D5CDD505-2E9C-101B-9397-08002B2CF9AE}" pid="5" name="MSIP_Label_8ec4701b-870c-41f5-81b1-b52e4974867b_Name">
    <vt:lpwstr>External_OP</vt:lpwstr>
  </property>
  <property fmtid="{D5CDD505-2E9C-101B-9397-08002B2CF9AE}" pid="6" name="MSIP_Label_8ec4701b-870c-41f5-81b1-b52e4974867b_SiteId">
    <vt:lpwstr>0cf84c3a-8693-4d42-b55d-1c3b7cbfcd89</vt:lpwstr>
  </property>
  <property fmtid="{D5CDD505-2E9C-101B-9397-08002B2CF9AE}" pid="7" name="MSIP_Label_8ec4701b-870c-41f5-81b1-b52e4974867b_ActionId">
    <vt:lpwstr>7d3a5c63-59db-46ba-b2c2-76cd1a3c351a</vt:lpwstr>
  </property>
  <property fmtid="{D5CDD505-2E9C-101B-9397-08002B2CF9AE}" pid="8" name="MSIP_Label_8ec4701b-870c-41f5-81b1-b52e4974867b_ContentBits">
    <vt:lpwstr>0</vt:lpwstr>
  </property>
</Properties>
</file>